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6"/>
  </p:notesMasterIdLst>
  <p:handoutMasterIdLst>
    <p:handoutMasterId r:id="rId97"/>
  </p:handoutMasterIdLst>
  <p:sldIdLst>
    <p:sldId id="263" r:id="rId3"/>
    <p:sldId id="268" r:id="rId4"/>
    <p:sldId id="269" r:id="rId5"/>
    <p:sldId id="270" r:id="rId6"/>
    <p:sldId id="271" r:id="rId7"/>
    <p:sldId id="272" r:id="rId8"/>
    <p:sldId id="273" r:id="rId9"/>
    <p:sldId id="274" r:id="rId10"/>
    <p:sldId id="294" r:id="rId11"/>
    <p:sldId id="275" r:id="rId12"/>
    <p:sldId id="276" r:id="rId13"/>
    <p:sldId id="277" r:id="rId14"/>
    <p:sldId id="278" r:id="rId15"/>
    <p:sldId id="279" r:id="rId16"/>
    <p:sldId id="280" r:id="rId17"/>
    <p:sldId id="282" r:id="rId18"/>
    <p:sldId id="281" r:id="rId19"/>
    <p:sldId id="283" r:id="rId20"/>
    <p:sldId id="284" r:id="rId21"/>
    <p:sldId id="286" r:id="rId22"/>
    <p:sldId id="287" r:id="rId23"/>
    <p:sldId id="288" r:id="rId24"/>
    <p:sldId id="289" r:id="rId25"/>
    <p:sldId id="290" r:id="rId26"/>
    <p:sldId id="291" r:id="rId27"/>
    <p:sldId id="292" r:id="rId28"/>
    <p:sldId id="293" r:id="rId29"/>
    <p:sldId id="295" r:id="rId30"/>
    <p:sldId id="296" r:id="rId31"/>
    <p:sldId id="297" r:id="rId32"/>
    <p:sldId id="298" r:id="rId33"/>
    <p:sldId id="299" r:id="rId34"/>
    <p:sldId id="300" r:id="rId35"/>
    <p:sldId id="301" r:id="rId36"/>
    <p:sldId id="302" r:id="rId37"/>
    <p:sldId id="303" r:id="rId38"/>
    <p:sldId id="304" r:id="rId39"/>
    <p:sldId id="305" r:id="rId40"/>
    <p:sldId id="306" r:id="rId41"/>
    <p:sldId id="309" r:id="rId42"/>
    <p:sldId id="308" r:id="rId43"/>
    <p:sldId id="310" r:id="rId44"/>
    <p:sldId id="311" r:id="rId45"/>
    <p:sldId id="312" r:id="rId46"/>
    <p:sldId id="313" r:id="rId47"/>
    <p:sldId id="314" r:id="rId48"/>
    <p:sldId id="315" r:id="rId49"/>
    <p:sldId id="316" r:id="rId50"/>
    <p:sldId id="317" r:id="rId51"/>
    <p:sldId id="318" r:id="rId52"/>
    <p:sldId id="319" r:id="rId53"/>
    <p:sldId id="356" r:id="rId54"/>
    <p:sldId id="357" r:id="rId55"/>
    <p:sldId id="360" r:id="rId56"/>
    <p:sldId id="358" r:id="rId57"/>
    <p:sldId id="361" r:id="rId58"/>
    <p:sldId id="362" r:id="rId59"/>
    <p:sldId id="359" r:id="rId60"/>
    <p:sldId id="320" r:id="rId61"/>
    <p:sldId id="321" r:id="rId62"/>
    <p:sldId id="322" r:id="rId63"/>
    <p:sldId id="323" r:id="rId64"/>
    <p:sldId id="324" r:id="rId65"/>
    <p:sldId id="325" r:id="rId66"/>
    <p:sldId id="326" r:id="rId67"/>
    <p:sldId id="327" r:id="rId68"/>
    <p:sldId id="328" r:id="rId69"/>
    <p:sldId id="329" r:id="rId70"/>
    <p:sldId id="330" r:id="rId71"/>
    <p:sldId id="331" r:id="rId72"/>
    <p:sldId id="333" r:id="rId73"/>
    <p:sldId id="334" r:id="rId74"/>
    <p:sldId id="335" r:id="rId75"/>
    <p:sldId id="336" r:id="rId76"/>
    <p:sldId id="337" r:id="rId77"/>
    <p:sldId id="338" r:id="rId78"/>
    <p:sldId id="339" r:id="rId79"/>
    <p:sldId id="340" r:id="rId80"/>
    <p:sldId id="341" r:id="rId81"/>
    <p:sldId id="342" r:id="rId82"/>
    <p:sldId id="343" r:id="rId83"/>
    <p:sldId id="344" r:id="rId84"/>
    <p:sldId id="345" r:id="rId85"/>
    <p:sldId id="346" r:id="rId86"/>
    <p:sldId id="347" r:id="rId87"/>
    <p:sldId id="348" r:id="rId88"/>
    <p:sldId id="349" r:id="rId89"/>
    <p:sldId id="350" r:id="rId90"/>
    <p:sldId id="351" r:id="rId91"/>
    <p:sldId id="352" r:id="rId92"/>
    <p:sldId id="353" r:id="rId93"/>
    <p:sldId id="354" r:id="rId94"/>
    <p:sldId id="355" r:id="rId95"/>
  </p:sldIdLst>
  <p:sldSz cx="9144000" cy="6858000" type="screen4x3"/>
  <p:notesSz cx="6858000" cy="9144000"/>
  <p:defaultTextStyle>
    <a:defPPr>
      <a:defRPr lang="zh-CN"/>
    </a:defPPr>
    <a:lvl1pPr marL="0" lvl="0"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00CC"/>
    <a:srgbClr val="6600FF"/>
    <a:srgbClr val="6666FF"/>
    <a:srgbClr val="6699FF"/>
    <a:srgbClr val="0099FF"/>
    <a:srgbClr val="278E1C"/>
    <a:srgbClr val="FF0000"/>
    <a:srgbClr val="154D0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024"/>
    <p:restoredTop sz="95870"/>
  </p:normalViewPr>
  <p:slideViewPr>
    <p:cSldViewPr showGuides="1">
      <p:cViewPr varScale="1">
        <p:scale>
          <a:sx n="79" d="100"/>
          <a:sy n="79" d="100"/>
        </p:scale>
        <p:origin x="924" y="3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3648"/>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viewProps" Target="viewProps.xml"/><Relationship Id="rId98" Type="http://schemas.openxmlformats.org/officeDocument/2006/relationships/presProps" Target="presProps.xml"/><Relationship Id="rId97" Type="http://schemas.openxmlformats.org/officeDocument/2006/relationships/handoutMaster" Target="handoutMasters/handoutMaster1.xml"/><Relationship Id="rId96" Type="http://schemas.openxmlformats.org/officeDocument/2006/relationships/notesMaster" Target="notesMasters/notesMaster1.xml"/><Relationship Id="rId95" Type="http://schemas.openxmlformats.org/officeDocument/2006/relationships/slide" Target="slides/slide93.xml"/><Relationship Id="rId94" Type="http://schemas.openxmlformats.org/officeDocument/2006/relationships/slide" Target="slides/slide92.xml"/><Relationship Id="rId93" Type="http://schemas.openxmlformats.org/officeDocument/2006/relationships/slide" Target="slides/slide91.xml"/><Relationship Id="rId92" Type="http://schemas.openxmlformats.org/officeDocument/2006/relationships/slide" Target="slides/slide90.xml"/><Relationship Id="rId91" Type="http://schemas.openxmlformats.org/officeDocument/2006/relationships/slide" Target="slides/slide89.xml"/><Relationship Id="rId90" Type="http://schemas.openxmlformats.org/officeDocument/2006/relationships/slide" Target="slides/slide88.xml"/><Relationship Id="rId9" Type="http://schemas.openxmlformats.org/officeDocument/2006/relationships/slide" Target="slides/slide7.xml"/><Relationship Id="rId89" Type="http://schemas.openxmlformats.org/officeDocument/2006/relationships/slide" Target="slides/slide87.xml"/><Relationship Id="rId88" Type="http://schemas.openxmlformats.org/officeDocument/2006/relationships/slide" Target="slides/slide86.xml"/><Relationship Id="rId87" Type="http://schemas.openxmlformats.org/officeDocument/2006/relationships/slide" Target="slides/slide85.xml"/><Relationship Id="rId86" Type="http://schemas.openxmlformats.org/officeDocument/2006/relationships/slide" Target="slides/slide84.xml"/><Relationship Id="rId85" Type="http://schemas.openxmlformats.org/officeDocument/2006/relationships/slide" Target="slides/slide83.xml"/><Relationship Id="rId84" Type="http://schemas.openxmlformats.org/officeDocument/2006/relationships/slide" Target="slides/slide82.xml"/><Relationship Id="rId83" Type="http://schemas.openxmlformats.org/officeDocument/2006/relationships/slide" Target="slides/slide81.xml"/><Relationship Id="rId82" Type="http://schemas.openxmlformats.org/officeDocument/2006/relationships/slide" Target="slides/slide80.xml"/><Relationship Id="rId81" Type="http://schemas.openxmlformats.org/officeDocument/2006/relationships/slide" Target="slides/slide79.xml"/><Relationship Id="rId80" Type="http://schemas.openxmlformats.org/officeDocument/2006/relationships/slide" Target="slides/slide78.xml"/><Relationship Id="rId8" Type="http://schemas.openxmlformats.org/officeDocument/2006/relationships/slide" Target="slides/slide6.xml"/><Relationship Id="rId79" Type="http://schemas.openxmlformats.org/officeDocument/2006/relationships/slide" Target="slides/slide77.xml"/><Relationship Id="rId78" Type="http://schemas.openxmlformats.org/officeDocument/2006/relationships/slide" Target="slides/slide76.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0" Type="http://schemas.openxmlformats.org/officeDocument/2006/relationships/tableStyles" Target="tableStyles.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99010"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eaLnBrk="1" hangingPunct="1">
              <a:defRPr kumimoji="1"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99011"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kumimoji="1" sz="120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99012"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eaLnBrk="1" hangingPunct="1">
              <a:defRPr kumimoji="1"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99013"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kumimoji="1" sz="1200"/>
            </a:lvl1pPr>
          </a:lstStyle>
          <a:p>
            <a:pPr marL="0" marR="0" lvl="0" indent="0" algn="r" defTabSz="914400" rtl="0" eaLnBrk="1" fontAlgn="base" latinLnBrk="0" hangingPunct="1">
              <a:lnSpc>
                <a:spcPct val="100000"/>
              </a:lnSpc>
              <a:spcBef>
                <a:spcPct val="0"/>
              </a:spcBef>
              <a:spcAft>
                <a:spcPct val="0"/>
              </a:spcAft>
              <a:buClrTx/>
              <a:buSzTx/>
              <a:buFontTx/>
              <a:buNone/>
              <a:defRPr/>
            </a:pPr>
            <a:fld id="{A1554C40-58A6-4C6C-A40D-B5A8E7FD6B85}" type="slidenum">
              <a:rPr kumimoji="1" lang="en-US" altLang="zh-CN" sz="1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2-06-01T20:27:3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91.000 1956.000,'0.000'-20.000,"0.000"20.000,20.000-19.000,-20.000-1.000,20.000 20.000,-20.000-40.000,39.000 21.000,-19.000-1.000,0.000-20.000,0.000 20.000,0.000-19.000,-1.000 39.000,20.000-20.000,-19.000 0.000,20.000 1.000,-20.000-21.000,0.000 20.000,19.000 1.000,-19.000-1.000,20.000 0.000,-20.000-20.000,0.000 40.000,-1.000-20.000,1.000 1.000,20.000-1.000,-20.000 0.000,19.000 1.000,-19.000 19.000,0.000-20.000,0.000 0.000,19.000 1.000,-39.000 19.000,19.000-20.000,1.000 0.000,20.000 20.000,0.000-20.000,-20.000-19.000,19.000 39.000,21.000-39.000,-40.000 39.000,-1.000-20.000,21.000-19.000,-40.000 39.000,40.000-20.000,-40.000 20.000,20.000-39.000,-1.000 39.000,1.000-20.000,0.000 0.000,0.000 20.000,20.000-20.000,-2.000 0.000,22.000 0.000,-1.000-19.000,21.000-1.000,-1.000 21.000,-19.000-1.000,19.000-19.000,-19.000-1.000,-2.000 40.000,-18.000-40.000,0.000 20.000,19.000 20.000,-39.000-19.000,0.000-1.000,39.000 20.000,-39.000-20.000,20.000 20.000,0.000-20.000,-1.000 20.000,1.000-19.000,-1.000-1.000,0.000 0.000,1.000 20.000,0.000-19.000,-1.000-1.000,1.000 0.000,-20.000 20.000,39.000-20.000,-39.000 0.000,0.000 20.000,20.000-20.000,-20.000 1.000,-1.000 19.000,21.000-20.000,0.000 1.000,-20.000 19.000,-1.000-20.000,20.000 1.000,1.000 19.000,-20.000 0.000,19.000-20.000,1.000 20.000,0.000 0.000,0.000 0.000,-21.000-20.000,21.000 20.000,20.000-19.000,-21.000 19.000,1.000 0.000,-20.000 0.000,17.000-20.000,23.000 20.000,0.000 0.000,-21.000-20.000,-19.000 20.000,20.000 0.000,-1.000-20.000,1.000 20.000,-20.000 0.000,20.000 0.000,-21.000-20.000,41.000 20.000,-20.000-20.000,-2.000 20.000,-18.000-19.000,20.000 19.000,0.000-20.000,19.000 20.000,1.000-20.000,-1.000 0.000,21.000 20.000,-41.000-19.000,21.000-1.000,-2.000 20.000,-18.000 0.000,20.000 0.000,-21.000-19.000,1.000 19.000,-20.000 0.000,0.000 0.000,39.000 0.000,-19.000 0.000,-20.000 0.000,19.000-20.000,1.000 20.000,20.000 0.000,-22.000 0.000,61.000-20.000,-39.000 20.000,0.000 0.000,-1.000-20.000,-19.000 20.000,-1.000 0.000,1.000 0.000,0.000 0.000,0.000 0.000,-2.000 0.000,42.000-20.000,-41.000 20.000,21.000 0.000,-20.000 0.000,-1.000 0.000,1.000 0.000,0.000 0.000,-1.000 0.000,21.000 20.000,-21.000 0.000,0.000 0.000,21.000 19.000,-1.000-19.000,21.000 19.000,-21.000-19.000,-19.000 0.000,19.000-1.000,-19.000 21.000,0.000-40.000,-20.000 20.000,-1.000 0.000,20.000 0.000,-19.000-1.000,20.000-19.000,-40.000 40.000,39.000-21.000,-19.000 20.000,0.000-19.000,0.000 19.000,-20.000-19.000,20.000 20.000,0.000-1.000,-20.000 1.000,19.000 19.000,1.000 0.000,-20.000 1.000,0.000-40.000,0.000-1.000,0.000 1.000,0.000 39.000,0.000-39.000,0.000 0.000,0.000-1.000,0.000 21.000,-20.000-20.000,1.000 0.000,-1.000 19.000,20.000-19.000,-20.000 0.000,0.000-1.000,-20.000 21.000,20.000-1.000,-39.000-19.000,0.000 19.000,0.000-19.000,-1.000 39.000,-19.000-20.000,39.000-19.000,20.000 19.000,-39.000-19.000,19.000 0.000,1.000 0.000,19.000 0.000,-40.000 19.000,21.000-39.000,0.000 20.000,-21.000 20.000,1.000-40.000,-21.000 39.000,21.000-19.000,-1.000-1.000,1.000-19.000,-1.000 20.000,2.000 0.000,-2.000 0.000,20.000-20.000,-59.000 0.000,0.000 0.000,0.000 0.000,-19.000 20.000,19.000 0.000,19.000 19.000,1.000-19.000,39.000 0.000,-19.000-1.000,-1.000 1.000,-18.000-20.000,-2.000 0.000,1.000 0.000,-40.000 0.000,39.000 20.000,-19.000 19.000,21.000-19.000,-21.000 0.000,19.000 0.000,21.000 0.000,-1.000-1.000,1.000 1.000,-1.000-1.000,40.000-19.000,-17.000 0.000,17.000 0.000,0.000 0.000,0.000 0.000,0.000 0.000,-19.000 20.000,-1.000-1.000,20.000 1.000,-39.000 0.000,19.000-1.000,-20.000 1.000,21.000 0.000,-1.000 0.000,0.000 0.000,1.000 0.000,0.000-20.000,19.000 0.000,-20.000 0.000,1.000 19.000,-1.000 1.000,0.000 0.000,1.000 19.000,-21.000-39.000,20.000 20.000,-19.000 19.000,39.000-39.000,-40.000 20.000,41.000 0.000,-20.000-20.000,19.000 0.000,0.000 0.000,0.000 0.000,-19.000 0.000,-1.000 0.000,-20.000 0.000,21.000 0.000,-1.000 0.000,0.000 0.000,1.000 0.000,-1.000 0.000,-19.000 0.000,20.000 0.000,-1.000 0.000,-39.000 0.000,39.000 0.000,-19.000 0.000,-1.000 0.000,20.000 0.000,1.000 0.000,-1.000-20.000,0.000 20.000,20.000 0.000,-38.000-20.000,-2.000 0.000,-79.000 20.000,60.000 0.000,0.000 0.000,19.000 0.000,20.000 20.000,-18.000-20.000,38.000 0.000,0.000 0.000,-19.000 0.000,19.000 0.000,-40.000 0.000,21.000 0.000,-1.000 0.000,0.000 0.000,-19.000 0.000,19.000 0.000,0.000 0.000,1.000 0.000,0.000 0.000,-1.000 0.000,20.000 0.000,0.000 0.000,20.000 0.000,-19.000 0.000,19.000 0.000,-20.000 0.000,0.000-20.000,20.000 20.000,0.000-19.000,-20.000 19.000,20.000-20.000,-20.000 20.000,20.000-19.000,-20.000-1.000,20.000 20.000,-19.000 0.000,19.000-20.000,0.000 0.000,0.000 20.000,-20.000-19.000,20.000-1.000,0.000 0.000,0.000 20.000,0.000-20.000,0.000 20.000,0.000-20.000,0.000 20.000,0.000-20.000,0.000 1.000,0.000 19.000,0.000-20.000,0.000 20.000,0.000-20.000,0.000 20.000,0.000 0.000,0.000-19.000,0.000-1.000,0.000 20.000,0.000-19.000,0.000 19.000,0.000-20.000,0.000 1.000,0.000 19.000,0.000-20.000,0.000 0.000,0.000 20.000,0.000 0.000,0.000-20.000,0.000 0.000,0.000 20.000,0.000 0.000,0.000-20.000,0.000 20.000,0.000-19.000,0.000-1.000,0.000 20.000,0.000-20.000,0.000 20.000,20.000 0.000,-20.000-19.000,0.000 19.000,19.000 0.000,-19.000 0.000,0.000-20.000,0.000 20.000,20.000 0.000,0.000-20.000,-20.000 20.000,20.000-20.000,0.000 20.000,-20.000 0.000,20.000 0.000,-20.000 0.000,19.000 0.000,-19.000 0.000,20.000 0.000,0.000 0.000,-20.000 0.000,20.000 0.000</inkml:trace>
</inkml:ink>
</file>

<file path=ppt/ink/ink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2-06-01T20:27:3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1295.000 593.000,'-20.000'0.000,"0.000"0.000,-19.000 0.000,-21.000 18.000,1.000 1.000,-1.000-19.000,1.000 39.000,-41.000 1.000,21.000-22.000,20.000 1.000,-21.000 20.000,41.000 1.000,0.000-40.000,-1.000 19.000,0.000 0.000,21.000 0.000,-1.000 20.000,-20.000-39.000,0.000 39.000,1.000-20.000,-1.000 19.000,0.000-18.000,20.000 19.000,-39.000-20.000,39.000 19.000,0.000 1.000,0.000-19.000,-19.000 18.000,39.000 20.000,-20.000-38.000,0.000 18.000,0.000 1.000,20.000-1.000,0.000 20.000,-20.000-19.000,20.000 1.000,0.000-2.000,0.000 0.000,0.000 1.000,20.000 19.000,0.000-19.000,20.000 0.000,-1.000-1.000,1.000-19.000,0.000 20.000,-20.000-20.000,19.000 2.000,21.000-3.000,-20.000 21.000,-1.000-39.000,1.000 38.000,19.000-17.000,1.000-21.000,18.000 0.000,-18.000 0.000,19.000 0.000,-19.000 0.000,19.000 0.000,-19.000 0.000,19.000 0.000,0.000 0.000,-19.000 0.000,19.000 0.000,-39.000 0.000,0.000 0.000,19.000 0.000,1.000 0.000,-1.000 0.000,1.000 0.000,-1.000 0.000,41.000 0.000,-22.000 0.000,21.000 0.000,-19.000-21.000,-21.000 21.000,20.000 0.000,-19.000 0.000,19.000 0.000,-19.000 0.000,39.000-19.000,-20.000 19.000,1.000 0.000,-21.000 0.000,1.000 0.000,19.000 0.000,-19.000 0.000,-1.000 0.000,21.000 0.000,-22.000 0.000,22.000-19.000,-21.000 19.000,1.000 0.000,19.000-20.000,-19.000 20.000,59.000-19.000,-40.000 1.000,0.000 18.000,-19.000-21.000,-1.000 21.000,1.000-19.000,19.000 19.000,-19.000-19.000,39.000-1.000,-19.000 1.000,-2.000 1.000,1.000-22.000,-19.000 40.000,-40.000-19.000,0.000-1.000,19.000 20.000,-19.000-19.000,0.000 19.000,0.000-19.000,0.000 0.000,19.000 19.000,1.000-20.000,19.000 1.000,1.000-1.000,0.000 1.000,-1.000 0.000,-19.000 0.000,19.000 0.000,-39.000 19.000,0.000-21.000,0.000 2.000,0.000 19.000,-1.000-19.000,1.000 19.000,20.000-20.000,-40.000 1.000,20.000 19.000,20.000 0.000,-1.000-39.000,-19.000 20.000,20.000 0.000,19.000-1.000,-39.000 1.000,0.000 1.000,19.000-2.000,-39.000 20.000,39.000-39.000,-19.000 19.000,40.000-37.000,-1.000-2.000,41.000-18.000,-41.000 38.000,20.000 1.000,-39.000 0.000,-20.000-2.000,20.000 21.000,-40.000 0.000,0.000 0.000,19.000 0.000,-19.000-21.000,40.000 21.000,-40.000-1.000,0.000-17.000,20.000 17.000,-20.000 0.000,0.000-19.000,0.000 20.000,0.000-19.000,0.000 18.000,-20.000-19.000,0.000-38.000,0.000 58.000,1.000-20.000,-1.000 1.000,0.000-21.000,-59.000 1.000,-1.000 0.000,21.000 39.000,-1.000-20.000,1.000 2.000,19.000 16.000,-20.000 2.000,-58.000 19.000,59.000 0.000,-40.000-19.000,-21.000 19.000,1.000 0.000,0.000 0.000,40.000 0.000,-20.000 0.000,39.000 0.000,-19.000 0.000,19.000 0.000,-39.000 0.000,20.000 0.000,0.000 0.000,20.000 19.000,-1.000 0.000,-39.000 21.000,20.000-22.000,-1.000-18.000,-19.000 20.000,0.000-1.000,-20.000 20.000,0.000-39.000,20.000 0.000,39.000 20.000,-39.000-2.000,39.000 2.000,2.000-1.000,-2.000-19.000,1.000 19.000,19.000 21.000,0.000-40.000,-19.000 19.000,-1.000 0.000,-19.000 19.000,39.000-38.000,-19.000 39.000,19.000-19.000,0.000-20.000,20.000 19.000,-19.000 0.000,19.000-19.000,0.000 0.000,-20.000 0.000,1.000 19.000,-1.000 1.000,-39.000-20.000,39.000 19.000,0.000 1.000,-19.000-20.000,-21.000 0.000,1.000 20.000,59.000-20.000,-19.000 0.000,-20.000 0.000,19.000 0.000,-19.000 0.000,19.000 0.000,0.000 18.000,20.000-18.000,-19.000 0.000,19.000 0.000,0.000 0.000,0.000 0.000,20.000 0.000,-39.000 0.000,39.000 0.000,-20.000 0.000,-20.000 0.000,20.000 0.000,-20.000 0.000,21.000 0.000,-21.000 0.000,20.000 0.000,0.000 0.000,20.000 0.000,-20.000 0.000,20.000 0.000,-19.000 0.000</inkml:trace>
</inkml:ink>
</file>

<file path=ppt/ink/ink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2-06-01T20:27:3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80.000 2282.000,'0.000'-20.000,"0.000"20.000,0.000-19.000,0.000 0.000,0.000 19.000,20.000-20.000,-20.000 0.000,40.000-19.000,-20.000 0.000,19.000 20.000,1.000-21.000,0.000 1.000,-1.000 0.000,40.000-20.000,0.000 0.000,20.000 0.000,20.000-19.000,1.000-1.000,38.000 21.000,-40.000-21.000,21.000 1.000,0.000 18.000,-20.000 2.000,20.000-1.000,-1.000 20.000,-19.000 0.000,-40.000 19.000,1.000-18.000,-40.000-2.000,19.000 0.000,1.000 1.000,-1.000 0.000,19.000 0.000,22.000 19.000,-41.000 0.000,1.000 2.000,39.000-22.000,-20.000 1.000,1.000-1.000,-21.000 2.000,40.000-22.000,-40.000 41.000,1.000-40.000,39.000 20.000,-20.000-1.000,-19.000 21.000,-1.000-20.000,-19.000 39.000,0.000-20.000,-1.000 0.000,1.000 1.000,0.000 19.000,-2.000 0.000,22.000-19.000,-1.000-1.000,1.000 0.000,-1.000 1.000,41.000 19.000,-41.000-20.000,1.000 0.000,-21.000 1.000,21.000 19.000,0.000-19.000,-22.000 19.000,2.000-20.000,0.000 20.000,19.000 0.000,-19.000-20.000,-1.000 20.000,-19.000-20.000,20.000 0.000,20.000 1.000,-21.000 19.000,-19.000-19.000,20.000 19.000,19.000-20.000,1.000 20.000,-21.000-20.000,20.000 20.000,-19.000-19.000,-20.000 19.000,-1.000 0.000,1.000 0.000,20.000 0.000,0.000 0.000,-1.000 0.000,1.000 0.000,20.000-20.000,-21.000 20.000,1.000 0.000,-20.000 0.000,0.000 0.000,19.000 0.000,21.000 0.000,-1.000 0.000,0.000 0.000,20.000 0.000,-39.000 0.000,0.000 0.000,-21.000 0.000,21.000 0.000,-20.000 20.000,20.000-1.000,-1.000-19.000,1.000 20.000,20.000 19.000,-21.000-20.000,21.000 1.000,19.000 20.000,-40.000-1.000,1.000-20.000,-21.000 1.000,41.000 0.000,-40.000 39.000,19.000-21.000,-19.000 2.000,20.000-1.000,-40.000 0.000,20.000 20.000,0.000-19.000,0.000 38.000,-20.000-20.000,0.000 21.000,0.000-21.000,0.000 2.000,0.000-2.000,0.000-19.000,0.000 1.000,0.000-20.000,0.000 0.000,0.000-2.000,0.000-18.000,-20.000 20.000,0.000 0.000,20.000 0.000,-40.000 19.000,20.000 0.000,-39.000 0.000,39.000-19.000,0.000 0.000,-39.000-2.000,19.000 2.000,1.000 0.000,-20.000 0.000,-1.000 19.000,-19.000 0.000,19.000-39.000,1.000 39.000,-1.000 1.000,-19.000-20.000,19.000 18.000,21.000-18.000,-21.000 19.000,-18.000 0.000,18.000-19.000,1.000 19.000,-21.000 20.000,1.000-40.000,-1.000 41.000,-19.000-2.000,20.000 1.000,-19.000-19.000,-2.000 38.000,21.000-19.000,-20.000-1.000,0.000-18.000,-1.000 18.000,1.000-38.000,1.000 39.000,19.000-20.000,-40.000 0.000,59.000 20.000,-39.000-59.000,39.000 39.000,-39.000 0.000,21.000-19.000,18.000 0.000,-19.000 0.000,-40.000-2.000,39.000 2.000,-19.000 0.000,0.000 0.000,-39.000 0.000,19.000-1.000,20.000 0.000,-20.000 1.000,0.000 0.000,-20.000-1.000,21.000 1.000,-21.000 0.000,-40.000-1.000,20.000 0.000,2.000-19.000,18.000 0.000,59.000 0.000,1.000 0.000,0.000 0.000,39.000 0.000,-20.000 0.000,-19.000 0.000,-39.000 0.000,-1.000 0.000,-20.000 0.000,20.000-19.000,59.000 19.000,-19.000 0.000,59.000-19.000,20.000 19.000,-20.000 0.000,1.000-20.000,19.000 0.000,-19.000 20.000,-1.000-39.000,0.000 39.000,0.000-20.000,0.000 1.000,20.000 0.000,-20.000-1.000,20.000 0.000,-39.000 0.000,39.000 0.000,-20.000 2.000,0.000 18.000,20.000-20.000,-20.000 0.000,20.000 0.000,-20.000 1.000,0.000 19.000,20.000-20.000,-19.000 0.000,19.000 1.000,-20.000 0.000,20.000-1.000,0.000 0.000,-20.000 0.000,20.000 1.000,0.000 0.000,0.000-1.000,0.000 0.000,0.000 1.000,0.000-1.000,0.000 0.000,0.000 1.000,0.000-1.000,0.000 20.000,0.000 0.000,0.000-19.000,0.000 19.000,0.000-20.000,0.000 0.000,0.000 20.000,20.000 0.000,-20.000-39.000,39.000 20.000,-19.000 19.000,0.000-20.000,0.000 20.000,0.000 0.000,-20.000-20.000,20.000 20.000,-20.000-19.000,0.000 19.000,20.000-20.000,-1.000 0.000,-19.000 20.000,20.000-19.000,0.000 19.000,-20.000 0.000,20.000 0.000,-20.000 0.000,20.000 0.000,-20.000 0.000,20.000 0.000,-1.000 0.000</inkml:trace>
</inkml:ink>
</file>

<file path=ppt/ink/ink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2-06-01T20:27:3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1295.000 592.000,'-20.000'0.000,"0.000"0.000,-19.000 0.000,-21.000 18.000,1.000 1.000,-1.000-19.000,1.000 40.000,-41.000-1.000,21.000-21.000,20.000 1.000,-21.000 21.000,41.000-1.000,0.000-39.000,-1.000 19.000,0.000 0.000,21.000 0.000,-1.000 21.000,-20.000-40.000,0.000 38.000,1.000-19.000,-1.000 19.000,0.000-18.000,20.000 19.000,-39.000-20.000,39.000 19.000,0.000 1.000,0.000-20.000,-19.000 20.000,39.000 19.000,-20.000-39.000,0.000 20.000,0.000 0.000,20.000-1.000,0.000 20.000,-20.000-19.000,20.000 0.000,0.000-1.000,0.000 1.000,0.000 0.000,20.000 18.000,0.000-17.000,20.000-2.000,-1.000 0.000,1.000-19.000,0.000 21.000,-20.000-21.000,19.000 1.000,21.000-2.000,-20.000 21.000,-1.000-39.000,1.000 38.000,19.000-17.000,1.000-21.000,18.000 0.000,-18.000 0.000,19.000 0.000,-19.000 0.000,19.000 0.000,-19.000 0.000,19.000 0.000,0.000 0.000,-19.000 0.000,19.000 0.000,-39.000 0.000,0.000 0.000,19.000 0.000,1.000 0.000,-1.000 0.000,1.000 0.000,-1.000 0.000,41.000 0.000,-22.000 0.000,21.000 0.000,-19.000-21.000,-21.000 21.000,20.000 0.000,-19.000 0.000,19.000 0.000,-19.000 0.000,39.000-19.000,-20.000 19.000,1.000 0.000,-21.000 0.000,1.000 0.000,19.000 0.000,-19.000 0.000,-1.000 0.000,21.000 0.000,-22.000 0.000,22.000-19.000,-21.000 19.000,1.000 0.000,19.000-20.000,-19.000 20.000,59.000-19.000,-40.000 1.000,0.000 18.000,-19.000-20.000,-1.000 20.000,1.000-19.000,19.000 19.000,-19.000-20.000,39.000 0.000,-19.000 1.000,-2.000 1.000,1.000-21.000,-19.000 39.000,-40.000-19.000,0.000-2.000,19.000 21.000,-19.000-19.000,0.000 19.000,0.000-19.000,0.000 0.000,19.000 19.000,1.000-19.000,19.000 0.000,1.000-1.000,0.000 0.000,-1.000 1.000,-19.000 0.000,19.000 0.000,-39.000 19.000,0.000-20.000,0.000 1.000,0.000 19.000,-1.000-19.000,1.000 19.000,20.000-20.000,-40.000 0.000,20.000 20.000,20.000 0.000,-1.000-38.000,-19.000 19.000,20.000 0.000,19.000-1.000,-39.000 1.000,0.000 0.000,19.000-1.000,-39.000 20.000,39.000-38.000,-19.000 18.000,40.000-38.000,-1.000 0.000,41.000-19.000,-41.000 38.000,20.000 1.000,-39.000 0.000,-20.000-2.000,20.000 21.000,-40.000 0.000,0.000 0.000,19.000 0.000,-19.000-20.000,40.000 19.000,-40.000 0.000,0.000-17.000,20.000 17.000,-20.000 1.000,0.000-21.000,0.000 21.000,0.000-19.000,0.000 19.000,-20.000-20.000,0.000-38.000,0.000 58.000,1.000-20.000,-1.000 0.000,0.000-19.000,-59.000 0.000,-1.000 0.000,21.000 39.000,-1.000-20.000,1.000 1.000,19.000 18.000,-20.000 1.000,-58.000 19.000,59.000 0.000,-40.000-19.000,-21.000 19.000,1.000 0.000,0.000 0.000,40.000 0.000,-20.000 0.000,39.000 0.000,-19.000 0.000,19.000 0.000,-39.000 0.000,20.000 0.000,0.000 0.000,20.000 19.000,-1.000 0.000,-39.000 21.000,20.000-22.000,-1.000-18.000,-19.000 20.000,0.000-1.000,-20.000 20.000,0.000-39.000,20.000 0.000,39.000 19.000,-39.000 0.000,39.000 1.000,2.000-1.000,-2.000-19.000,1.000 19.000,19.000 20.000,0.000-39.000,-19.000 19.000,-1.000 1.000,-19.000 18.000,39.000-38.000,-19.000 39.000,19.000-20.000,0.000-19.000,20.000 19.000,-19.000 0.000,19.000-19.000,0.000 0.000,-20.000 0.000,1.000 20.000,-1.000 0.000,-39.000-20.000,39.000 19.000,0.000 0.000,-19.000-19.000,-21.000 0.000,1.000 20.000,59.000-20.000,-19.000 0.000,-20.000 0.000,19.000 0.000,-19.000 0.000,19.000 0.000,0.000 18.000,20.000-18.000,-19.000 0.000,19.000 0.000,0.000 0.000,0.000 0.000,20.000 0.000,-39.000 0.000,39.000 0.000,-20.000 0.000,-20.000 0.000,20.000 0.000,-20.000 0.000,21.000 0.000,-21.000 0.000,20.000 0.000,0.000 0.000,20.000 0.000,-20.000 0.000,20.000 0.000,-19.000 0.000</inkml:trace>
</inkml:ink>
</file>

<file path=ppt/ink/ink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2-06-01T20:27:3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80.000 2282.000,'0.000'-20.000,"0.000"20.000,0.000-19.000,0.000 0.000,0.000 19.000,20.000-20.000,-20.000 0.000,40.000-19.000,-20.000 0.000,19.000 20.000,1.000-21.000,0.000 1.000,-1.000 0.000,40.000-20.000,0.000 0.000,20.000 0.000,20.000-19.000,1.000-1.000,38.000 21.000,-40.000-21.000,21.000 1.000,0.000 18.000,-20.000 2.000,20.000-1.000,-1.000 20.000,-19.000 0.000,-40.000 19.000,1.000-18.000,-40.000-2.000,19.000 0.000,1.000 1.000,-1.000 0.000,19.000 0.000,22.000 19.000,-41.000 0.000,1.000 2.000,39.000-22.000,-20.000 1.000,1.000-1.000,-21.000 2.000,40.000-22.000,-40.000 41.000,1.000-40.000,39.000 20.000,-20.000-1.000,-19.000 21.000,-1.000-20.000,-19.000 39.000,0.000-20.000,-1.000 0.000,1.000 1.000,0.000 19.000,-2.000 0.000,22.000-19.000,-1.000-1.000,1.000 0.000,-1.000 1.000,41.000 19.000,-41.000-20.000,1.000 0.000,-21.000 1.000,21.000 19.000,0.000-19.000,-22.000 19.000,2.000-20.000,0.000 20.000,19.000 0.000,-19.000-20.000,-1.000 20.000,-19.000-20.000,20.000 0.000,20.000 1.000,-21.000 19.000,-19.000-19.000,20.000 19.000,19.000-20.000,1.000 20.000,-21.000-20.000,20.000 20.000,-19.000-19.000,-20.000 19.000,-1.000 0.000,1.000 0.000,20.000 0.000,0.000 0.000,-1.000 0.000,1.000 0.000,20.000-20.000,-21.000 20.000,1.000 0.000,-20.000 0.000,0.000 0.000,19.000 0.000,21.000 0.000,-1.000 0.000,0.000 0.000,20.000 0.000,-39.000 0.000,0.000 0.000,-21.000 0.000,21.000 0.000,-20.000 20.000,20.000-1.000,-1.000-19.000,1.000 20.000,20.000 19.000,-21.000-20.000,21.000 1.000,19.000 20.000,-40.000-1.000,1.000-20.000,-21.000 1.000,41.000 0.000,-40.000 39.000,19.000-21.000,-19.000 2.000,20.000-1.000,-40.000 0.000,20.000 20.000,0.000-19.000,0.000 38.000,-20.000-20.000,0.000 21.000,0.000-21.000,0.000 2.000,0.000-2.000,0.000-19.000,0.000 1.000,0.000-20.000,0.000 0.000,0.000-2.000,0.000-18.000,-20.000 20.000,0.000 0.000,20.000 0.000,-40.000 19.000,20.000 0.000,-39.000 0.000,39.000-19.000,0.000 0.000,-39.000-2.000,19.000 2.000,1.000 0.000,-20.000 0.000,-1.000 19.000,-19.000 0.000,19.000-39.000,1.000 39.000,-1.000 1.000,-19.000-20.000,19.000 18.000,21.000-18.000,-21.000 19.000,-18.000 0.000,18.000-19.000,1.000 19.000,-21.000 20.000,1.000-40.000,-1.000 41.000,-19.000-2.000,20.000 1.000,-19.000-19.000,-2.000 38.000,21.000-19.000,-20.000-1.000,0.000-18.000,-1.000 18.000,1.000-38.000,1.000 39.000,19.000-20.000,-40.000 0.000,59.000 20.000,-39.000-59.000,39.000 39.000,-39.000 0.000,21.000-19.000,18.000 0.000,-19.000 0.000,-40.000-2.000,39.000 2.000,-19.000 0.000,0.000 0.000,-39.000 0.000,19.000-1.000,20.000 0.000,-20.000 1.000,0.000 0.000,-20.000-1.000,21.000 1.000,-21.000 0.000,-40.000-1.000,20.000 0.000,2.000-19.000,18.000 0.000,59.000 0.000,1.000 0.000,0.000 0.000,39.000 0.000,-20.000 0.000,-19.000 0.000,-39.000 0.000,-1.000 0.000,-20.000 0.000,20.000-19.000,59.000 19.000,-19.000 0.000,59.000-19.000,20.000 19.000,-20.000 0.000,1.000-20.000,19.000 0.000,-19.000 20.000,-1.000-39.000,0.000 39.000,0.000-20.000,0.000 1.000,20.000 0.000,-20.000-1.000,20.000 0.000,-39.000 0.000,39.000 0.000,-20.000 2.000,0.000 18.000,20.000-20.000,-20.000 0.000,20.000 0.000,-20.000 1.000,0.000 19.000,20.000-20.000,-19.000 0.000,19.000 1.000,-20.000 0.000,20.000-1.000,0.000 0.000,-20.000 0.000,20.000 1.000,0.000 0.000,0.000-1.000,0.000 0.000,0.000 1.000,0.000-1.000,0.000 0.000,0.000 1.000,0.000-1.000,0.000 20.000,0.000 0.000,0.000-19.000,0.000 19.000,0.000-20.000,0.000 0.000,0.000 20.000,20.000 0.000,-20.000-39.000,39.000 20.000,-19.000 19.000,0.000-20.000,0.000 20.000,0.000 0.000,-20.000-20.000,20.000 20.000,-20.000-19.000,0.000 19.000,20.000-20.000,-1.000 0.000,-19.000 20.000,20.000-19.000,0.000 19.000,-20.000 0.000,20.000 0.000,-20.000 0.000,20.000 0.000,-20.000 0.000,20.000 0.000,-1.000 0.000</inkml:trace>
</inkml:ink>
</file>

<file path=ppt/ink/ink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2-06-01T20:27:3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80.000 2282.000,'0.000'-20.000,"0.000"20.000,0.000-19.000,0.000 0.000,0.000 19.000,20.000-20.000,-20.000 0.000,40.000-19.000,-20.000 0.000,19.000 20.000,1.000-21.000,0.000 1.000,-1.000 0.000,40.000-20.000,0.000 0.000,20.000 0.000,20.000-19.000,1.000-1.000,38.000 21.000,-40.000-21.000,21.000 1.000,0.000 18.000,-20.000 2.000,20.000-1.000,-1.000 20.000,-19.000 0.000,-40.000 19.000,1.000-18.000,-40.000-2.000,19.000 0.000,1.000 1.000,-1.000 0.000,19.000 0.000,22.000 19.000,-41.000 0.000,1.000 2.000,39.000-22.000,-20.000 1.000,1.000-1.000,-21.000 2.000,40.000-22.000,-40.000 41.000,1.000-40.000,39.000 20.000,-20.000-1.000,-19.000 21.000,-1.000-20.000,-19.000 39.000,0.000-20.000,-1.000 0.000,1.000 1.000,0.000 19.000,-2.000 0.000,22.000-19.000,-1.000-1.000,1.000 0.000,-1.000 1.000,41.000 19.000,-41.000-20.000,1.000 0.000,-21.000 1.000,21.000 19.000,0.000-19.000,-22.000 19.000,2.000-20.000,0.000 20.000,19.000 0.000,-19.000-20.000,-1.000 20.000,-19.000-20.000,20.000 0.000,20.000 1.000,-21.000 19.000,-19.000-19.000,20.000 19.000,19.000-20.000,1.000 20.000,-21.000-20.000,20.000 20.000,-19.000-19.000,-20.000 19.000,-1.000 0.000,1.000 0.000,20.000 0.000,0.000 0.000,-1.000 0.000,1.000 0.000,20.000-20.000,-21.000 20.000,1.000 0.000,-20.000 0.000,0.000 0.000,19.000 0.000,21.000 0.000,-1.000 0.000,0.000 0.000,20.000 0.000,-39.000 0.000,0.000 0.000,-21.000 0.000,21.000 0.000,-20.000 20.000,20.000-1.000,-1.000-19.000,1.000 20.000,20.000 19.000,-21.000-20.000,21.000 1.000,19.000 20.000,-40.000-1.000,1.000-20.000,-21.000 1.000,41.000 0.000,-40.000 39.000,19.000-21.000,-19.000 2.000,20.000-1.000,-40.000 0.000,20.000 20.000,0.000-19.000,0.000 38.000,-20.000-20.000,0.000 21.000,0.000-21.000,0.000 2.000,0.000-2.000,0.000-19.000,0.000 1.000,0.000-20.000,0.000 0.000,0.000-2.000,0.000-18.000,-20.000 20.000,0.000 0.000,20.000 0.000,-40.000 19.000,20.000 0.000,-39.000 0.000,39.000-19.000,0.000 0.000,-39.000-2.000,19.000 2.000,1.000 0.000,-20.000 0.000,-1.000 19.000,-19.000 0.000,19.000-39.000,1.000 39.000,-1.000 1.000,-19.000-20.000,19.000 18.000,21.000-18.000,-21.000 19.000,-18.000 0.000,18.000-19.000,1.000 19.000,-21.000 20.000,1.000-40.000,-1.000 41.000,-19.000-2.000,20.000 1.000,-19.000-19.000,-2.000 38.000,21.000-19.000,-20.000-1.000,0.000-18.000,-1.000 18.000,1.000-38.000,1.000 39.000,19.000-20.000,-40.000 0.000,59.000 20.000,-39.000-59.000,39.000 39.000,-39.000 0.000,21.000-19.000,18.000 0.000,-19.000 0.000,-40.000-2.000,39.000 2.000,-19.000 0.000,0.000 0.000,-39.000 0.000,19.000-1.000,20.000 0.000,-20.000 1.000,0.000 0.000,-20.000-1.000,21.000 1.000,-21.000 0.000,-40.000-1.000,20.000 0.000,2.000-19.000,18.000 0.000,59.000 0.000,1.000 0.000,0.000 0.000,39.000 0.000,-20.000 0.000,-19.000 0.000,-39.000 0.000,-1.000 0.000,-20.000 0.000,20.000-19.000,59.000 19.000,-19.000 0.000,59.000-19.000,20.000 19.000,-20.000 0.000,1.000-20.000,19.000 0.000,-19.000 20.000,-1.000-39.000,0.000 39.000,0.000-20.000,0.000 1.000,20.000 0.000,-20.000-1.000,20.000 0.000,-39.000 0.000,39.000 0.000,-20.000 2.000,0.000 18.000,20.000-20.000,-20.000 0.000,20.000 0.000,-20.000 1.000,0.000 19.000,20.000-20.000,-19.000 0.000,19.000 1.000,-20.000 0.000,20.000-1.000,0.000 0.000,-20.000 0.000,20.000 1.000,0.000 0.000,0.000-1.000,0.000 0.000,0.000 1.000,0.000-1.000,0.000 0.000,0.000 1.000,0.000-1.000,0.000 20.000,0.000 0.000,0.000-19.000,0.000 19.000,0.000-20.000,0.000 0.000,0.000 20.000,20.000 0.000,-20.000-39.000,39.000 20.000,-19.000 19.000,0.000-20.000,0.000 20.000,0.000 0.000,-20.000-20.000,20.000 20.000,-20.000-19.000,0.000 19.000,20.000-20.000,-1.000 0.000,-19.000 20.000,20.000-19.000,0.000 19.000,-20.000 0.000,20.000 0.000,-20.000 0.000,20.000 0.000,-20.000 0.000,20.000 0.000,-1.000 0.000</inkml:trace>
</inkml:ink>
</file>

<file path=ppt/ink/ink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2-06-01T20:27:3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80.000 2282.000,'0.000'-20.000,"0.000"20.000,0.000-19.000,0.000 0.000,0.000 19.000,20.000-20.000,-20.000 0.000,40.000-19.000,-20.000 0.000,19.000 20.000,1.000-21.000,0.000 1.000,-1.000 0.000,40.000-20.000,0.000 0.000,20.000 0.000,20.000-19.000,1.000-1.000,38.000 21.000,-40.000-21.000,21.000 1.000,0.000 18.000,-20.000 2.000,20.000-1.000,-1.000 20.000,-19.000 0.000,-40.000 19.000,1.000-18.000,-40.000-2.000,19.000 0.000,1.000 1.000,-1.000 0.000,19.000 0.000,22.000 19.000,-41.000 0.000,1.000 2.000,39.000-22.000,-20.000 1.000,1.000-1.000,-21.000 2.000,40.000-22.000,-40.000 41.000,1.000-40.000,39.000 20.000,-20.000-1.000,-19.000 21.000,-1.000-20.000,-19.000 39.000,0.000-20.000,-1.000 0.000,1.000 1.000,0.000 19.000,-2.000 0.000,22.000-19.000,-1.000-1.000,1.000 0.000,-1.000 1.000,41.000 19.000,-41.000-20.000,1.000 0.000,-21.000 1.000,21.000 19.000,0.000-19.000,-22.000 19.000,2.000-20.000,0.000 20.000,19.000 0.000,-19.000-20.000,-1.000 20.000,-19.000-20.000,20.000 0.000,20.000 1.000,-21.000 19.000,-19.000-19.000,20.000 19.000,19.000-20.000,1.000 20.000,-21.000-20.000,20.000 20.000,-19.000-19.000,-20.000 19.000,-1.000 0.000,1.000 0.000,20.000 0.000,0.000 0.000,-1.000 0.000,1.000 0.000,20.000-20.000,-21.000 20.000,1.000 0.000,-20.000 0.000,0.000 0.000,19.000 0.000,21.000 0.000,-1.000 0.000,0.000 0.000,20.000 0.000,-39.000 0.000,0.000 0.000,-21.000 0.000,21.000 0.000,-20.000 20.000,20.000-1.000,-1.000-19.000,1.000 20.000,20.000 19.000,-21.000-20.000,21.000 1.000,19.000 20.000,-40.000-1.000,1.000-20.000,-21.000 1.000,41.000 0.000,-40.000 39.000,19.000-21.000,-19.000 2.000,20.000-1.000,-40.000 0.000,20.000 20.000,0.000-19.000,0.000 38.000,-20.000-20.000,0.000 21.000,0.000-21.000,0.000 2.000,0.000-2.000,0.000-19.000,0.000 1.000,0.000-20.000,0.000 0.000,0.000-2.000,0.000-18.000,-20.000 20.000,0.000 0.000,20.000 0.000,-40.000 19.000,20.000 0.000,-39.000 0.000,39.000-19.000,0.000 0.000,-39.000-2.000,19.000 2.000,1.000 0.000,-20.000 0.000,-1.000 19.000,-19.000 0.000,19.000-39.000,1.000 39.000,-1.000 1.000,-19.000-20.000,19.000 18.000,21.000-18.000,-21.000 19.000,-18.000 0.000,18.000-19.000,1.000 19.000,-21.000 20.000,1.000-40.000,-1.000 41.000,-19.000-2.000,20.000 1.000,-19.000-19.000,-2.000 38.000,21.000-19.000,-20.000-1.000,0.000-18.000,-1.000 18.000,1.000-38.000,1.000 39.000,19.000-20.000,-40.000 0.000,59.000 20.000,-39.000-59.000,39.000 39.000,-39.000 0.000,21.000-19.000,18.000 0.000,-19.000 0.000,-40.000-2.000,39.000 2.000,-19.000 0.000,0.000 0.000,-39.000 0.000,19.000-1.000,20.000 0.000,-20.000 1.000,0.000 0.000,-20.000-1.000,21.000 1.000,-21.000 0.000,-40.000-1.000,20.000 0.000,2.000-19.000,18.000 0.000,59.000 0.000,1.000 0.000,0.000 0.000,39.000 0.000,-20.000 0.000,-19.000 0.000,-39.000 0.000,-1.000 0.000,-20.000 0.000,20.000-19.000,59.000 19.000,-19.000 0.000,59.000-19.000,20.000 19.000,-20.000 0.000,1.000-20.000,19.000 0.000,-19.000 20.000,-1.000-39.000,0.000 39.000,0.000-20.000,0.000 1.000,20.000 0.000,-20.000-1.000,20.000 0.000,-39.000 0.000,39.000 0.000,-20.000 2.000,0.000 18.000,20.000-20.000,-20.000 0.000,20.000 0.000,-20.000 1.000,0.000 19.000,20.000-20.000,-19.000 0.000,19.000 1.000,-20.000 0.000,20.000-1.000,0.000 0.000,-20.000 0.000,20.000 1.000,0.000 0.000,0.000-1.000,0.000 0.000,0.000 1.000,0.000-1.000,0.000 0.000,0.000 1.000,0.000-1.000,0.000 20.000,0.000 0.000,0.000-19.000,0.000 19.000,0.000-20.000,0.000 0.000,0.000 20.000,20.000 0.000,-20.000-39.000,39.000 20.000,-19.000 19.000,0.000-20.000,0.000 20.000,0.000 0.000,-20.000-20.000,20.000 20.000,-20.000-19.000,0.000 19.000,20.000-20.000,-1.000 0.000,-19.000 20.000,20.000-19.000,0.000 19.000,-20.000 0.000,20.000 0.000,-20.000 0.000,20.000 0.000,-20.000 0.000,20.000 0.000,-1.000 0.000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eaLnBrk="0" hangingPunct="0">
              <a:defRPr kumimoji="1" sz="1200"/>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1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eaLnBrk="0" hangingPunct="0">
              <a:defRPr kumimoji="1" sz="1200"/>
            </a:lvl1pPr>
          </a:lstStyle>
          <a:p>
            <a:pPr marL="0" marR="0" lvl="0" indent="0" algn="r" defTabSz="914400" rtl="0" eaLnBrk="0" fontAlgn="base" latinLnBrk="0" hangingPunct="0">
              <a:lnSpc>
                <a:spcPct val="100000"/>
              </a:lnSpc>
              <a:spcBef>
                <a:spcPct val="0"/>
              </a:spcBef>
              <a:spcAft>
                <a:spcPct val="0"/>
              </a:spcAft>
              <a:buClrTx/>
              <a:buSzTx/>
              <a:buFontTx/>
              <a:buNone/>
              <a:defRPr/>
            </a:pPr>
            <a:fld id="{4DF577E1-41FD-4506-B594-C3480E492BDB}" type="datetimeFigureOut">
              <a:rPr kumimoji="1" lang="zh-CN" altLang="en-US" sz="1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zh-CN" altLang="en-US" sz="1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第二级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第三级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第四级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第五级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eaLnBrk="0" hangingPunct="0">
              <a:defRPr kumimoji="1" sz="1200"/>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1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lIns="91440" tIns="45720" rIns="91440" bIns="45720" rtlCol="0" anchor="b"/>
          <a:lstStyle>
            <a:lvl1pPr algn="r" eaLnBrk="0" hangingPunct="0">
              <a:defRPr kumimoji="1" sz="1200"/>
            </a:lvl1pPr>
          </a:lstStyle>
          <a:p>
            <a:pPr marL="0" marR="0" lvl="0" indent="0" algn="r" defTabSz="914400" rtl="0" eaLnBrk="0" fontAlgn="base" latinLnBrk="0" hangingPunct="0">
              <a:lnSpc>
                <a:spcPct val="100000"/>
              </a:lnSpc>
              <a:spcBef>
                <a:spcPct val="0"/>
              </a:spcBef>
              <a:spcAft>
                <a:spcPct val="0"/>
              </a:spcAft>
              <a:buClrTx/>
              <a:buSzTx/>
              <a:buFontTx/>
              <a:buNone/>
              <a:defRPr/>
            </a:pPr>
            <a:fld id="{09825A0C-B4AD-494C-B749-4DEEF8A430A4}" type="slidenum">
              <a:rPr kumimoji="1" lang="zh-CN" altLang="en-US" sz="1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zh-CN" altLang="en-US" sz="1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noProof="1" smtClean="0"/>
              <a:t>单击此处编辑母版标题样式</a:t>
            </a:r>
            <a:endParaRPr lang="en-US" noProof="1"/>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smtClean="0"/>
              <a:t>单击此处编辑母版副标题样式</a:t>
            </a:r>
            <a:endParaRPr lang="en-US" noProof="1"/>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C444448-3CC6-4B63-B333-982B89490EA9}"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en-US" noProof="1"/>
          </a:p>
        </p:txBody>
      </p:sp>
      <p:sp>
        <p:nvSpPr>
          <p:cNvPr id="3" name="内容占位符 2"/>
          <p:cNvSpPr>
            <a:spLocks noGrp="1"/>
          </p:cNvSpPr>
          <p:nvPr>
            <p:ph idx="1"/>
          </p:nvPr>
        </p:nvSpPr>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en-US" noProof="1"/>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C444448-3CC6-4B63-B333-982B89490EA9}"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smtClean="0"/>
              <a:t>单击此处编辑母版标题样式</a:t>
            </a:r>
            <a:endParaRPr 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endParaRPr lang="zh-CN" altLang="en-US" noProof="1" smtClean="0"/>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C444448-3CC6-4B63-B333-982B89490EA9}"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en-US" noProof="1"/>
          </a:p>
        </p:txBody>
      </p:sp>
      <p:sp>
        <p:nvSpPr>
          <p:cNvPr id="3" name="内容占位符 2"/>
          <p:cNvSpPr>
            <a:spLocks noGrp="1"/>
          </p:cNvSpPr>
          <p:nvPr>
            <p:ph sz="half" idx="1"/>
          </p:nvPr>
        </p:nvSpPr>
        <p:spPr>
          <a:xfrm>
            <a:off x="685800" y="1447800"/>
            <a:ext cx="3810000"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en-US" noProof="1"/>
          </a:p>
        </p:txBody>
      </p:sp>
      <p:sp>
        <p:nvSpPr>
          <p:cNvPr id="4" name="内容占位符 3"/>
          <p:cNvSpPr>
            <a:spLocks noGrp="1"/>
          </p:cNvSpPr>
          <p:nvPr>
            <p:ph sz="half" idx="2"/>
          </p:nvPr>
        </p:nvSpPr>
        <p:spPr>
          <a:xfrm>
            <a:off x="4648200" y="1447800"/>
            <a:ext cx="3810000"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en-US" noProof="1"/>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C444448-3CC6-4B63-B333-982B89490EA9}"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smtClean="0"/>
              <a:t>单击此处编辑母版标题样式</a:t>
            </a:r>
            <a:endParaRPr 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en-US" noProof="1"/>
          </a:p>
        </p:txBody>
      </p:sp>
      <p:sp>
        <p:nvSpPr>
          <p:cNvPr id="7" name="Date Placeholder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Footer Placeholder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9" name="Slide Number Placeholder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C444448-3CC6-4B63-B333-982B89490EA9}"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en-US" noProof="1"/>
          </a:p>
        </p:txBody>
      </p:sp>
      <p:sp>
        <p:nvSpPr>
          <p:cNvPr id="3" name="Date Placeholder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Footer Placeholder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5" name="Slide Number Placeholder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C444448-3CC6-4B63-B333-982B89490EA9}"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Footer Placeholder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4" name="Slide Number Placeholder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C444448-3CC6-4B63-B333-982B89490EA9}"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smtClean="0"/>
              <a:t>单击此处编辑母版标题样式</a:t>
            </a:r>
            <a:endParaRPr 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C444448-3CC6-4B63-B333-982B89490EA9}"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smtClean="0"/>
              <a:t>单击此处编辑母版标题样式</a:t>
            </a:r>
            <a:endParaRPr lang="en-US"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FF3300"/>
              </a:buClr>
              <a:buSzTx/>
              <a:buFont typeface="Wingdings" panose="05000000000000000000" pitchFamily="2" charset="2"/>
              <a:buNone/>
              <a:defRPr/>
            </a:pPr>
            <a:endParaRPr kumimoji="0" lang="en-US" sz="3200" b="1" i="0" u="none" strike="noStrike" kern="0" cap="none" spc="0" normalizeH="0" baseline="0" noProof="0" smtClean="0">
              <a:ln>
                <a:noFill/>
              </a:ln>
              <a:solidFill>
                <a:srgbClr val="FF3300"/>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C444448-3CC6-4B63-B333-982B89490EA9}"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en-US" noProof="1"/>
          </a:p>
        </p:txBody>
      </p:sp>
      <p:sp>
        <p:nvSpPr>
          <p:cNvPr id="3" name="竖排文字占位符 2"/>
          <p:cNvSpPr>
            <a:spLocks noGrp="1"/>
          </p:cNvSpPr>
          <p:nvPr>
            <p:ph type="body" orient="vert" idx="1"/>
          </p:nvPr>
        </p:nvSpPr>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en-US" noProof="1"/>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C444448-3CC6-4B63-B333-982B89490EA9}"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152400"/>
            <a:ext cx="1943100" cy="6019800"/>
          </a:xfrm>
        </p:spPr>
        <p:txBody>
          <a:bodyPr vert="eaVert"/>
          <a:lstStyle/>
          <a:p>
            <a:r>
              <a:rPr lang="zh-CN" altLang="en-US" noProof="1" smtClean="0"/>
              <a:t>单击此处编辑母版标题样式</a:t>
            </a:r>
            <a:endParaRPr lang="en-US" noProof="1"/>
          </a:p>
        </p:txBody>
      </p:sp>
      <p:sp>
        <p:nvSpPr>
          <p:cNvPr id="3" name="竖排文字占位符 2"/>
          <p:cNvSpPr>
            <a:spLocks noGrp="1"/>
          </p:cNvSpPr>
          <p:nvPr>
            <p:ph type="body" orient="vert" idx="1"/>
          </p:nvPr>
        </p:nvSpPr>
        <p:spPr>
          <a:xfrm>
            <a:off x="685800" y="152400"/>
            <a:ext cx="5676900" cy="6019800"/>
          </a:xfr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en-US" noProof="1"/>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C444448-3CC6-4B63-B333-982B89490EA9}"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152400"/>
            <a:ext cx="7772400" cy="1143000"/>
          </a:xfrm>
        </p:spPr>
        <p:txBody>
          <a:bodyPr/>
          <a:lstStyle/>
          <a:p>
            <a:r>
              <a:rPr lang="zh-CN" altLang="en-US" noProof="1" smtClean="0"/>
              <a:t>单击此处编辑母版标题样式</a:t>
            </a:r>
            <a:endParaRPr lang="en-US" noProof="1"/>
          </a:p>
        </p:txBody>
      </p:sp>
      <p:sp>
        <p:nvSpPr>
          <p:cNvPr id="3" name="文本占位符 2"/>
          <p:cNvSpPr>
            <a:spLocks noGrp="1"/>
          </p:cNvSpPr>
          <p:nvPr>
            <p:ph type="body" sz="half" idx="1"/>
          </p:nvPr>
        </p:nvSpPr>
        <p:spPr>
          <a:xfrm>
            <a:off x="685800" y="1447800"/>
            <a:ext cx="3810000" cy="4724400"/>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en-US" noProof="1"/>
          </a:p>
        </p:txBody>
      </p:sp>
      <p:sp>
        <p:nvSpPr>
          <p:cNvPr id="4" name="内容占位符 3"/>
          <p:cNvSpPr>
            <a:spLocks noGrp="1"/>
          </p:cNvSpPr>
          <p:nvPr>
            <p:ph sz="quarter" idx="2"/>
          </p:nvPr>
        </p:nvSpPr>
        <p:spPr>
          <a:xfrm>
            <a:off x="4648200" y="1447800"/>
            <a:ext cx="3810000" cy="2286000"/>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en-US" noProof="1"/>
          </a:p>
        </p:txBody>
      </p:sp>
      <p:sp>
        <p:nvSpPr>
          <p:cNvPr id="5" name="内容占位符 4"/>
          <p:cNvSpPr>
            <a:spLocks noGrp="1"/>
          </p:cNvSpPr>
          <p:nvPr>
            <p:ph sz="quarter" idx="3"/>
          </p:nvPr>
        </p:nvSpPr>
        <p:spPr>
          <a:xfrm>
            <a:off x="4648200" y="3886200"/>
            <a:ext cx="3810000" cy="2286000"/>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en-US" noProof="1"/>
          </a:p>
        </p:txBody>
      </p:sp>
      <p:sp>
        <p:nvSpPr>
          <p:cNvPr id="6" name="Date Placeholder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Footer Placeholder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8" name="Slide Number Placeholder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C444448-3CC6-4B63-B333-982B89490EA9}"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2.png"/><Relationship Id="rId13" Type="http://schemas.openxmlformats.org/officeDocument/2006/relationships/image" Target="../media/image1.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3"/>
          <a:stretch>
            <a:fillRect/>
          </a:stretch>
        </a:blipFill>
        <a:effectLst/>
      </p:bgPr>
    </p:bg>
    <p:spTree>
      <p:nvGrpSpPr>
        <p:cNvPr id="1" name=""/>
        <p:cNvGrpSpPr/>
        <p:nvPr/>
      </p:nvGrpSpPr>
      <p:grpSpPr/>
      <p:sp>
        <p:nvSpPr>
          <p:cNvPr id="1026" name="Rectangle 2"/>
          <p:cNvSpPr>
            <a:spLocks noGrp="1"/>
          </p:cNvSpPr>
          <p:nvPr>
            <p:ph type="title"/>
          </p:nvPr>
        </p:nvSpPr>
        <p:spPr>
          <a:xfrm>
            <a:off x="685800" y="152400"/>
            <a:ext cx="7772400" cy="1143000"/>
          </a:xfrm>
          <a:prstGeom prst="rect">
            <a:avLst/>
          </a:prstGeom>
          <a:noFill/>
          <a:ln w="9525">
            <a:noFill/>
          </a:ln>
        </p:spPr>
        <p:txBody>
          <a:bodyPr anchor="ctr" anchorCtr="0"/>
          <a:p>
            <a:pPr lvl="0"/>
            <a:r>
              <a:rPr lang="zh-CN" altLang="en-US" dirty="0"/>
              <a:t>标题</a:t>
            </a:r>
            <a:endParaRPr lang="zh-CN" altLang="en-US" dirty="0"/>
          </a:p>
        </p:txBody>
      </p:sp>
      <p:sp>
        <p:nvSpPr>
          <p:cNvPr id="1027" name="Rectangle 3"/>
          <p:cNvSpPr>
            <a:spLocks noGrp="1"/>
          </p:cNvSpPr>
          <p:nvPr>
            <p:ph type="body"/>
          </p:nvPr>
        </p:nvSpPr>
        <p:spPr>
          <a:xfrm>
            <a:off x="685800" y="1447800"/>
            <a:ext cx="7772400" cy="47244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eaLnBrk="1" hangingPunct="1">
              <a:defRPr kumimoji="1" b="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2400300" y="6540500"/>
            <a:ext cx="3683000" cy="31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kumimoji="1" b="0">
                <a:solidFill>
                  <a:srgbClr val="6600FF"/>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kumimoji="1" b="0"/>
            </a:lvl1pPr>
          </a:lstStyle>
          <a:p>
            <a:pPr marL="0" marR="0" lvl="0" indent="0" algn="r" defTabSz="914400" rtl="0" eaLnBrk="1" fontAlgn="base" latinLnBrk="0" hangingPunct="1">
              <a:lnSpc>
                <a:spcPct val="100000"/>
              </a:lnSpc>
              <a:spcBef>
                <a:spcPct val="0"/>
              </a:spcBef>
              <a:spcAft>
                <a:spcPct val="0"/>
              </a:spcAft>
              <a:buClrTx/>
              <a:buSzTx/>
              <a:buFontTx/>
              <a:buNone/>
              <a:defRPr/>
            </a:pPr>
            <a:fld id="{BC444448-3CC6-4B63-B333-982B89490EA9}"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2" name="Text Box 9"/>
          <p:cNvSpPr txBox="1">
            <a:spLocks noChangeArrowheads="1"/>
          </p:cNvSpPr>
          <p:nvPr/>
        </p:nvSpPr>
        <p:spPr bwMode="auto">
          <a:xfrm>
            <a:off x="57150" y="6521450"/>
            <a:ext cx="11144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1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1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1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1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1400"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1400"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1400"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1400"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1400" b="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50000"/>
              </a:spcBef>
              <a:spcAft>
                <a:spcPct val="0"/>
              </a:spcAft>
              <a:buClrTx/>
              <a:buSzTx/>
              <a:buFontTx/>
              <a:buNone/>
              <a:defRPr/>
            </a:pPr>
            <a:fld id="{A1C5FBDF-0132-459F-AEEA-055A863E9557}" type="slidenum">
              <a:rPr kumimoji="0" lang="en-US" altLang="zh-CN" sz="1600" b="1"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600" b="1"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pic>
        <p:nvPicPr>
          <p:cNvPr id="2" name="Picture 12" descr="华工校徽"/>
          <p:cNvPicPr>
            <a:picLocks noChangeAspect="1"/>
          </p:cNvPicPr>
          <p:nvPr/>
        </p:nvPicPr>
        <p:blipFill>
          <a:blip r:embed="rId14"/>
          <a:stretch>
            <a:fillRect/>
          </a:stretch>
        </p:blipFill>
        <p:spPr>
          <a:xfrm>
            <a:off x="57150" y="57150"/>
            <a:ext cx="990600" cy="750888"/>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rtl="0" eaLnBrk="0" fontAlgn="base" hangingPunct="0">
        <a:spcBef>
          <a:spcPct val="0"/>
        </a:spcBef>
        <a:spcAft>
          <a:spcPct val="0"/>
        </a:spcAft>
        <a:defRPr sz="4400" b="1">
          <a:solidFill>
            <a:schemeClr val="accent2"/>
          </a:solidFill>
          <a:latin typeface="+mj-lt"/>
          <a:ea typeface="+mj-ea"/>
          <a:cs typeface="+mj-cs"/>
        </a:defRPr>
      </a:lvl1pPr>
      <a:lvl2pPr algn="ctr" rtl="0" eaLnBrk="0" fontAlgn="base" hangingPunct="0">
        <a:spcBef>
          <a:spcPct val="0"/>
        </a:spcBef>
        <a:spcAft>
          <a:spcPct val="0"/>
        </a:spcAft>
        <a:defRPr sz="4400" b="1">
          <a:solidFill>
            <a:schemeClr val="accent2"/>
          </a:solidFill>
          <a:latin typeface="Times New Roman" panose="02020603050405020304" pitchFamily="18" charset="0"/>
          <a:ea typeface="经典细隶书简" pitchFamily="49" charset="-122"/>
        </a:defRPr>
      </a:lvl2pPr>
      <a:lvl3pPr algn="ctr" rtl="0" eaLnBrk="0" fontAlgn="base" hangingPunct="0">
        <a:spcBef>
          <a:spcPct val="0"/>
        </a:spcBef>
        <a:spcAft>
          <a:spcPct val="0"/>
        </a:spcAft>
        <a:defRPr sz="4400" b="1">
          <a:solidFill>
            <a:schemeClr val="accent2"/>
          </a:solidFill>
          <a:latin typeface="Times New Roman" panose="02020603050405020304" pitchFamily="18" charset="0"/>
          <a:ea typeface="经典细隶书简" pitchFamily="49" charset="-122"/>
        </a:defRPr>
      </a:lvl3pPr>
      <a:lvl4pPr algn="ctr" rtl="0" eaLnBrk="0" fontAlgn="base" hangingPunct="0">
        <a:spcBef>
          <a:spcPct val="0"/>
        </a:spcBef>
        <a:spcAft>
          <a:spcPct val="0"/>
        </a:spcAft>
        <a:defRPr sz="4400" b="1">
          <a:solidFill>
            <a:schemeClr val="accent2"/>
          </a:solidFill>
          <a:latin typeface="Times New Roman" panose="02020603050405020304" pitchFamily="18" charset="0"/>
          <a:ea typeface="经典细隶书简" pitchFamily="49" charset="-122"/>
        </a:defRPr>
      </a:lvl4pPr>
      <a:lvl5pPr algn="ctr" rtl="0" eaLnBrk="0" fontAlgn="base" hangingPunct="0">
        <a:spcBef>
          <a:spcPct val="0"/>
        </a:spcBef>
        <a:spcAft>
          <a:spcPct val="0"/>
        </a:spcAft>
        <a:defRPr sz="4400" b="1">
          <a:solidFill>
            <a:schemeClr val="accent2"/>
          </a:solidFill>
          <a:latin typeface="Times New Roman" panose="02020603050405020304" pitchFamily="18" charset="0"/>
          <a:ea typeface="经典细隶书简" pitchFamily="49" charset="-122"/>
        </a:defRPr>
      </a:lvl5pPr>
      <a:lvl6pPr marL="457200" algn="ctr" rtl="0" fontAlgn="base">
        <a:spcBef>
          <a:spcPct val="0"/>
        </a:spcBef>
        <a:spcAft>
          <a:spcPct val="0"/>
        </a:spcAft>
        <a:defRPr kumimoji="1" sz="4400" b="1">
          <a:solidFill>
            <a:schemeClr val="accent2"/>
          </a:solidFill>
          <a:latin typeface="Times New Roman" panose="02020603050405020304" pitchFamily="18" charset="0"/>
          <a:ea typeface="经典细隶书简" pitchFamily="49" charset="-122"/>
        </a:defRPr>
      </a:lvl6pPr>
      <a:lvl7pPr marL="914400" algn="ctr" rtl="0" fontAlgn="base">
        <a:spcBef>
          <a:spcPct val="0"/>
        </a:spcBef>
        <a:spcAft>
          <a:spcPct val="0"/>
        </a:spcAft>
        <a:defRPr kumimoji="1" sz="4400" b="1">
          <a:solidFill>
            <a:schemeClr val="accent2"/>
          </a:solidFill>
          <a:latin typeface="Times New Roman" panose="02020603050405020304" pitchFamily="18" charset="0"/>
          <a:ea typeface="经典细隶书简" pitchFamily="49" charset="-122"/>
        </a:defRPr>
      </a:lvl7pPr>
      <a:lvl8pPr marL="1371600" algn="ctr" rtl="0" fontAlgn="base">
        <a:spcBef>
          <a:spcPct val="0"/>
        </a:spcBef>
        <a:spcAft>
          <a:spcPct val="0"/>
        </a:spcAft>
        <a:defRPr kumimoji="1" sz="4400" b="1">
          <a:solidFill>
            <a:schemeClr val="accent2"/>
          </a:solidFill>
          <a:latin typeface="Times New Roman" panose="02020603050405020304" pitchFamily="18" charset="0"/>
          <a:ea typeface="经典细隶书简" pitchFamily="49" charset="-122"/>
        </a:defRPr>
      </a:lvl8pPr>
      <a:lvl9pPr marL="1828800" algn="ctr" rtl="0" fontAlgn="base">
        <a:spcBef>
          <a:spcPct val="0"/>
        </a:spcBef>
        <a:spcAft>
          <a:spcPct val="0"/>
        </a:spcAft>
        <a:defRPr kumimoji="1" sz="4400" b="1">
          <a:solidFill>
            <a:schemeClr val="accent2"/>
          </a:solidFill>
          <a:latin typeface="Times New Roman" panose="02020603050405020304" pitchFamily="18" charset="0"/>
          <a:ea typeface="经典细隶书简" pitchFamily="49" charset="-122"/>
        </a:defRPr>
      </a:lvl9pPr>
    </p:titleStyle>
    <p:body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vl6pPr marL="2514600" indent="-228600" algn="l" rtl="0" fontAlgn="base">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6pPr>
      <a:lvl7pPr marL="2971800" indent="-228600" algn="l" rtl="0" fontAlgn="base">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7pPr>
      <a:lvl8pPr marL="3429000" indent="-228600" algn="l" rtl="0" fontAlgn="base">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8pPr>
      <a:lvl9pPr marL="3886200" indent="-228600" algn="l" rtl="0" fontAlgn="base">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7" Type="http://schemas.openxmlformats.org/officeDocument/2006/relationships/slideLayout" Target="../slideLayouts/slideLayout12.xml"/><Relationship Id="rId6" Type="http://schemas.openxmlformats.org/officeDocument/2006/relationships/image" Target="../media/image5.png"/><Relationship Id="rId5" Type="http://schemas.openxmlformats.org/officeDocument/2006/relationships/customXml" Target="../ink/ink3.xml"/><Relationship Id="rId4" Type="http://schemas.openxmlformats.org/officeDocument/2006/relationships/image" Target="../media/image4.png"/><Relationship Id="rId3" Type="http://schemas.openxmlformats.org/officeDocument/2006/relationships/customXml" Target="../ink/ink2.xml"/><Relationship Id="rId2" Type="http://schemas.openxmlformats.org/officeDocument/2006/relationships/image" Target="../media/image3.png"/><Relationship Id="rId1" Type="http://schemas.openxmlformats.org/officeDocument/2006/relationships/customXml" Target="../ink/ink1.xml"/></Relationships>
</file>

<file path=ppt/slides/_rels/slide56.xml.rels><?xml version="1.0" encoding="UTF-8" standalone="yes"?>
<Relationships xmlns="http://schemas.openxmlformats.org/package/2006/relationships"><Relationship Id="rId7" Type="http://schemas.openxmlformats.org/officeDocument/2006/relationships/slideLayout" Target="../slideLayouts/slideLayout12.xml"/><Relationship Id="rId6" Type="http://schemas.openxmlformats.org/officeDocument/2006/relationships/image" Target="../media/image8.png"/><Relationship Id="rId5" Type="http://schemas.openxmlformats.org/officeDocument/2006/relationships/customXml" Target="../ink/ink6.xml"/><Relationship Id="rId4" Type="http://schemas.openxmlformats.org/officeDocument/2006/relationships/image" Target="../media/image7.png"/><Relationship Id="rId3" Type="http://schemas.openxmlformats.org/officeDocument/2006/relationships/customXml" Target="../ink/ink5.xml"/><Relationship Id="rId2" Type="http://schemas.openxmlformats.org/officeDocument/2006/relationships/image" Target="../media/image6.png"/><Relationship Id="rId1" Type="http://schemas.openxmlformats.org/officeDocument/2006/relationships/customXml" Target="../ink/ink4.xml"/></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9.png"/><Relationship Id="rId1" Type="http://schemas.openxmlformats.org/officeDocument/2006/relationships/customXml" Target="../ink/ink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4099" name="Rectangle 6"/>
          <p:cNvSpPr/>
          <p:nvPr/>
        </p:nvSpPr>
        <p:spPr>
          <a:xfrm>
            <a:off x="558800" y="1143000"/>
            <a:ext cx="7912100" cy="609600"/>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algn="ctr" eaLnBrk="1" hangingPunct="1">
              <a:spcBef>
                <a:spcPct val="0"/>
              </a:spcBef>
              <a:buClrTx/>
              <a:buFontTx/>
              <a:buNone/>
            </a:pPr>
            <a:endParaRPr lang="en-US" altLang="zh-CN" sz="1400" dirty="0">
              <a:solidFill>
                <a:schemeClr val="tx1"/>
              </a:solidFill>
            </a:endParaRPr>
          </a:p>
        </p:txBody>
      </p:sp>
      <p:sp>
        <p:nvSpPr>
          <p:cNvPr id="4100" name="Rectangle 3"/>
          <p:cNvSpPr>
            <a:spLocks noGrp="1"/>
          </p:cNvSpPr>
          <p:nvPr>
            <p:ph idx="1"/>
          </p:nvPr>
        </p:nvSpPr>
        <p:spPr>
          <a:xfrm>
            <a:off x="762000" y="1143000"/>
            <a:ext cx="7696200" cy="5257800"/>
          </a:xfrm>
          <a:ln/>
        </p:spPr>
        <p:txBody>
          <a:bodyPr vert="horz" wrap="square" lIns="91440" tIns="45720" rIns="91440" bIns="45720" anchor="t" anchorCtr="0"/>
          <a:p>
            <a:pPr algn="just" eaLnBrk="1" hangingPunct="1">
              <a:buNone/>
            </a:pPr>
            <a:r>
              <a:rPr lang="en-US" altLang="zh-CN" dirty="0">
                <a:solidFill>
                  <a:schemeClr val="bg1"/>
                </a:solidFill>
              </a:rPr>
              <a:t>12.1  </a:t>
            </a:r>
            <a:r>
              <a:rPr lang="zh-CN" altLang="en-US" dirty="0">
                <a:solidFill>
                  <a:schemeClr val="bg1"/>
                </a:solidFill>
              </a:rPr>
              <a:t>并发控制概述</a:t>
            </a:r>
            <a:endParaRPr lang="zh-CN" altLang="en-US" dirty="0">
              <a:solidFill>
                <a:schemeClr val="bg1"/>
              </a:solidFill>
            </a:endParaRPr>
          </a:p>
          <a:p>
            <a:pPr algn="just" eaLnBrk="1" hangingPunct="1">
              <a:buNone/>
            </a:pPr>
            <a:r>
              <a:rPr lang="en-US" altLang="zh-CN" dirty="0">
                <a:solidFill>
                  <a:schemeClr val="tx1"/>
                </a:solidFill>
              </a:rPr>
              <a:t>12.2  </a:t>
            </a:r>
            <a:r>
              <a:rPr lang="zh-CN" altLang="en-US" dirty="0">
                <a:solidFill>
                  <a:schemeClr val="tx1"/>
                </a:solidFill>
              </a:rPr>
              <a:t>封锁</a:t>
            </a:r>
            <a:endParaRPr lang="zh-CN" altLang="en-US" dirty="0">
              <a:solidFill>
                <a:schemeClr val="tx1"/>
              </a:solidFill>
            </a:endParaRPr>
          </a:p>
          <a:p>
            <a:pPr algn="just" eaLnBrk="1" hangingPunct="1">
              <a:buNone/>
            </a:pPr>
            <a:r>
              <a:rPr lang="en-US" altLang="zh-CN" dirty="0">
                <a:solidFill>
                  <a:schemeClr val="tx1"/>
                </a:solidFill>
              </a:rPr>
              <a:t>12.3  </a:t>
            </a:r>
            <a:r>
              <a:rPr lang="zh-CN" altLang="en-US" dirty="0">
                <a:solidFill>
                  <a:schemeClr val="tx1"/>
                </a:solidFill>
              </a:rPr>
              <a:t>封锁协议</a:t>
            </a:r>
            <a:endParaRPr lang="zh-CN" altLang="en-US" dirty="0">
              <a:solidFill>
                <a:schemeClr val="tx1"/>
              </a:solidFill>
            </a:endParaRPr>
          </a:p>
          <a:p>
            <a:pPr algn="just" eaLnBrk="1" hangingPunct="1">
              <a:buNone/>
            </a:pPr>
            <a:r>
              <a:rPr lang="en-US" altLang="zh-CN" dirty="0">
                <a:solidFill>
                  <a:schemeClr val="tx1"/>
                </a:solidFill>
              </a:rPr>
              <a:t>12.4  </a:t>
            </a:r>
            <a:r>
              <a:rPr lang="zh-CN" altLang="en-US" dirty="0">
                <a:solidFill>
                  <a:schemeClr val="tx1"/>
                </a:solidFill>
              </a:rPr>
              <a:t>活锁和死锁</a:t>
            </a:r>
            <a:endParaRPr lang="zh-CN" altLang="en-US" dirty="0">
              <a:solidFill>
                <a:schemeClr val="tx1"/>
              </a:solidFill>
            </a:endParaRPr>
          </a:p>
          <a:p>
            <a:pPr algn="just" eaLnBrk="1" hangingPunct="1">
              <a:buNone/>
            </a:pPr>
            <a:r>
              <a:rPr lang="en-US" altLang="zh-CN" dirty="0">
                <a:solidFill>
                  <a:schemeClr val="tx1"/>
                </a:solidFill>
              </a:rPr>
              <a:t>12.5  </a:t>
            </a:r>
            <a:r>
              <a:rPr lang="zh-CN" altLang="en-US" dirty="0">
                <a:solidFill>
                  <a:schemeClr val="tx1"/>
                </a:solidFill>
              </a:rPr>
              <a:t>并发调度的可串行性</a:t>
            </a:r>
            <a:endParaRPr lang="zh-CN" altLang="en-US" dirty="0">
              <a:solidFill>
                <a:schemeClr val="tx1"/>
              </a:solidFill>
            </a:endParaRPr>
          </a:p>
          <a:p>
            <a:pPr algn="just" eaLnBrk="1" hangingPunct="1">
              <a:buNone/>
            </a:pPr>
            <a:r>
              <a:rPr lang="en-US" altLang="zh-CN" dirty="0">
                <a:solidFill>
                  <a:schemeClr val="tx1"/>
                </a:solidFill>
              </a:rPr>
              <a:t>12.6  </a:t>
            </a:r>
            <a:r>
              <a:rPr lang="zh-CN" altLang="en-US" dirty="0">
                <a:solidFill>
                  <a:schemeClr val="tx1"/>
                </a:solidFill>
              </a:rPr>
              <a:t>两段锁协议</a:t>
            </a:r>
            <a:endParaRPr lang="zh-CN" altLang="en-US" dirty="0">
              <a:solidFill>
                <a:schemeClr val="tx1"/>
              </a:solidFill>
            </a:endParaRPr>
          </a:p>
          <a:p>
            <a:pPr algn="just" eaLnBrk="1" hangingPunct="1">
              <a:buNone/>
            </a:pPr>
            <a:r>
              <a:rPr lang="en-US" altLang="zh-CN" dirty="0">
                <a:solidFill>
                  <a:schemeClr val="tx1"/>
                </a:solidFill>
              </a:rPr>
              <a:t>12.7  </a:t>
            </a:r>
            <a:r>
              <a:rPr lang="zh-CN" altLang="en-US" dirty="0">
                <a:solidFill>
                  <a:schemeClr val="tx1"/>
                </a:solidFill>
              </a:rPr>
              <a:t>封锁的粒度</a:t>
            </a:r>
            <a:endParaRPr lang="zh-CN" altLang="en-US" dirty="0">
              <a:solidFill>
                <a:schemeClr val="tx1"/>
              </a:solidFill>
            </a:endParaRPr>
          </a:p>
          <a:p>
            <a:pPr algn="just" eaLnBrk="1" hangingPunct="1">
              <a:buNone/>
            </a:pPr>
            <a:r>
              <a:rPr lang="en-US" altLang="zh-CN" dirty="0">
                <a:solidFill>
                  <a:schemeClr val="tx1"/>
                </a:solidFill>
              </a:rPr>
              <a:t>12.8  SQL Server</a:t>
            </a:r>
            <a:r>
              <a:rPr lang="zh-CN" altLang="en-US" dirty="0">
                <a:solidFill>
                  <a:schemeClr val="tx1"/>
                </a:solidFill>
              </a:rPr>
              <a:t>的并发控制</a:t>
            </a:r>
            <a:endParaRPr lang="zh-CN" altLang="en-US" dirty="0">
              <a:solidFill>
                <a:schemeClr val="tx1"/>
              </a:solidFill>
            </a:endParaRPr>
          </a:p>
          <a:p>
            <a:pPr algn="just" eaLnBrk="1" hangingPunct="1">
              <a:buNone/>
            </a:pPr>
            <a:r>
              <a:rPr lang="en-US" altLang="zh-CN" dirty="0">
                <a:solidFill>
                  <a:schemeClr val="tx1"/>
                </a:solidFill>
              </a:rPr>
              <a:t>12.9  </a:t>
            </a:r>
            <a:r>
              <a:rPr lang="zh-CN" altLang="en-US" dirty="0">
                <a:solidFill>
                  <a:schemeClr val="tx1"/>
                </a:solidFill>
              </a:rPr>
              <a:t>小结</a:t>
            </a:r>
            <a:endParaRPr lang="zh-CN" altLang="en-US" dirty="0">
              <a:solidFill>
                <a:schemeClr val="tx1"/>
              </a:solidFill>
            </a:endParaRPr>
          </a:p>
        </p:txBody>
      </p:sp>
      <p:sp>
        <p:nvSpPr>
          <p:cNvPr id="4101" name="Rectangle 2"/>
          <p:cNvSpPr>
            <a:spLocks noGrp="1"/>
          </p:cNvSpPr>
          <p:nvPr>
            <p:ph type="title"/>
          </p:nvPr>
        </p:nvSpPr>
        <p:spPr>
          <a:xfrm>
            <a:off x="685800" y="152400"/>
            <a:ext cx="7772400" cy="828675"/>
          </a:xfrm>
          <a:ln/>
        </p:spPr>
        <p:txBody>
          <a:bodyPr vert="horz" wrap="square" lIns="91440" tIns="45720" rIns="91440" bIns="45720" anchor="ctr" anchorCtr="0"/>
          <a:p>
            <a:pPr eaLnBrk="1" hangingPunct="1"/>
            <a:r>
              <a:rPr lang="zh-CN" altLang="en-US" dirty="0"/>
              <a:t>第</a:t>
            </a:r>
            <a:r>
              <a:rPr lang="en-US" altLang="zh-CN" dirty="0"/>
              <a:t>12</a:t>
            </a:r>
            <a:r>
              <a:rPr lang="zh-CN" altLang="en-US" dirty="0"/>
              <a:t>章 并发控制</a:t>
            </a:r>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5123" name="Rectangle 2"/>
          <p:cNvSpPr>
            <a:spLocks noGrp="1"/>
          </p:cNvSpPr>
          <p:nvPr>
            <p:ph type="title"/>
          </p:nvPr>
        </p:nvSpPr>
        <p:spPr>
          <a:xfrm>
            <a:off x="1724025" y="0"/>
            <a:ext cx="5688013" cy="609600"/>
          </a:xfrm>
          <a:ln/>
        </p:spPr>
        <p:txBody>
          <a:bodyPr vert="horz" wrap="square" lIns="91440" tIns="45720" rIns="91440" bIns="45720" anchor="ctr" anchorCtr="0"/>
          <a:p>
            <a:pPr eaLnBrk="1" hangingPunct="1"/>
            <a:r>
              <a:rPr lang="en-US" altLang="zh-CN" dirty="0"/>
              <a:t>11.1 </a:t>
            </a:r>
            <a:r>
              <a:rPr lang="zh-CN" altLang="en-US" dirty="0"/>
              <a:t>并发控制概述</a:t>
            </a:r>
            <a:endParaRPr lang="zh-CN" altLang="en-US" dirty="0"/>
          </a:p>
        </p:txBody>
      </p:sp>
      <p:sp>
        <p:nvSpPr>
          <p:cNvPr id="5124" name="Rectangle 3"/>
          <p:cNvSpPr>
            <a:spLocks noGrp="1"/>
          </p:cNvSpPr>
          <p:nvPr>
            <p:ph idx="1"/>
          </p:nvPr>
        </p:nvSpPr>
        <p:spPr>
          <a:xfrm>
            <a:off x="304800" y="914400"/>
            <a:ext cx="8382000" cy="5562600"/>
          </a:xfrm>
          <a:ln/>
        </p:spPr>
        <p:txBody>
          <a:bodyPr vert="horz" wrap="square" lIns="91440" tIns="45720" rIns="91440" bIns="45720" anchor="t" anchorCtr="0"/>
          <a:p>
            <a:pPr algn="just" eaLnBrk="1" hangingPunct="1">
              <a:lnSpc>
                <a:spcPct val="115000"/>
              </a:lnSpc>
            </a:pPr>
            <a:r>
              <a:rPr lang="zh-CN" altLang="en-US" dirty="0">
                <a:solidFill>
                  <a:schemeClr val="tx1"/>
                </a:solidFill>
                <a:latin typeface="宋体" panose="02010600030101010101" pitchFamily="2" charset="-122"/>
              </a:rPr>
              <a:t>并发控制：</a:t>
            </a:r>
            <a:endParaRPr lang="zh-CN" altLang="en-US" dirty="0">
              <a:solidFill>
                <a:schemeClr val="tx1"/>
              </a:solidFill>
              <a:latin typeface="宋体" panose="02010600030101010101" pitchFamily="2" charset="-122"/>
            </a:endParaRPr>
          </a:p>
          <a:p>
            <a:pPr algn="just" eaLnBrk="1" hangingPunct="1">
              <a:lnSpc>
                <a:spcPct val="115000"/>
              </a:lnSpc>
              <a:buNone/>
            </a:pPr>
            <a:r>
              <a:rPr lang="zh-CN" altLang="en-US" dirty="0">
                <a:solidFill>
                  <a:schemeClr val="tx1"/>
                </a:solidFill>
                <a:latin typeface="宋体" panose="02010600030101010101" pitchFamily="2" charset="-122"/>
              </a:rPr>
              <a:t>	保证多用户并发操作数据库中信息时的正确性、一致性所采取的措施。</a:t>
            </a:r>
            <a:endParaRPr lang="zh-CN" altLang="en-US" dirty="0">
              <a:solidFill>
                <a:schemeClr val="tx1"/>
              </a:solidFill>
              <a:latin typeface="宋体" panose="02010600030101010101" pitchFamily="2" charset="-122"/>
            </a:endParaRPr>
          </a:p>
          <a:p>
            <a:pPr algn="just" eaLnBrk="1" hangingPunct="1">
              <a:lnSpc>
                <a:spcPct val="115000"/>
              </a:lnSpc>
            </a:pPr>
            <a:r>
              <a:rPr lang="zh-CN" altLang="en-US" dirty="0">
                <a:solidFill>
                  <a:schemeClr val="tx1"/>
                </a:solidFill>
                <a:latin typeface="宋体" panose="02010600030101010101" pitchFamily="2" charset="-122"/>
              </a:rPr>
              <a:t>事务的调度</a:t>
            </a:r>
            <a:endParaRPr lang="zh-CN" altLang="en-US" dirty="0">
              <a:solidFill>
                <a:schemeClr val="tx1"/>
              </a:solidFill>
              <a:latin typeface="宋体" panose="02010600030101010101" pitchFamily="2" charset="-122"/>
            </a:endParaRPr>
          </a:p>
          <a:p>
            <a:pPr algn="just" eaLnBrk="1" hangingPunct="1">
              <a:lnSpc>
                <a:spcPct val="115000"/>
              </a:lnSpc>
              <a:buNone/>
            </a:pPr>
            <a:r>
              <a:rPr lang="zh-CN" altLang="en-US" dirty="0">
                <a:solidFill>
                  <a:schemeClr val="tx1"/>
                </a:solidFill>
                <a:latin typeface="宋体" panose="02010600030101010101" pitchFamily="2" charset="-122"/>
              </a:rPr>
              <a:t>	事务的一次执行顺序称为一个调度，表示事务的指令在系统中执行的时间顺序</a:t>
            </a:r>
            <a:endParaRPr lang="zh-CN" altLang="en-US" dirty="0">
              <a:solidFill>
                <a:schemeClr val="tx1"/>
              </a:solidFill>
              <a:latin typeface="宋体" panose="02010600030101010101" pitchFamily="2" charset="-122"/>
            </a:endParaRPr>
          </a:p>
          <a:p>
            <a:pPr algn="just" eaLnBrk="1" hangingPunct="1">
              <a:lnSpc>
                <a:spcPct val="115000"/>
              </a:lnSpc>
            </a:pPr>
            <a:r>
              <a:rPr lang="zh-CN" altLang="en-US" dirty="0">
                <a:solidFill>
                  <a:schemeClr val="tx1"/>
                </a:solidFill>
                <a:latin typeface="宋体" panose="02010600030101010101" pitchFamily="2" charset="-122"/>
              </a:rPr>
              <a:t>一组事务的调度必须保证</a:t>
            </a:r>
            <a:endParaRPr lang="zh-CN" altLang="en-US" dirty="0">
              <a:solidFill>
                <a:schemeClr val="tx1"/>
              </a:solidFill>
              <a:latin typeface="宋体" panose="02010600030101010101" pitchFamily="2" charset="-122"/>
            </a:endParaRPr>
          </a:p>
          <a:p>
            <a:pPr lvl="1" algn="just" eaLnBrk="1" hangingPunct="1">
              <a:lnSpc>
                <a:spcPct val="115000"/>
              </a:lnSpc>
            </a:pPr>
            <a:r>
              <a:rPr lang="zh-CN" altLang="en-US" dirty="0">
                <a:latin typeface="宋体" panose="02010600030101010101" pitchFamily="2" charset="-122"/>
              </a:rPr>
              <a:t>包含了所有事务的操作指令</a:t>
            </a:r>
            <a:endParaRPr lang="zh-CN" altLang="en-US" dirty="0">
              <a:latin typeface="宋体" panose="02010600030101010101" pitchFamily="2" charset="-122"/>
            </a:endParaRPr>
          </a:p>
          <a:p>
            <a:pPr lvl="1" algn="just" eaLnBrk="1" hangingPunct="1">
              <a:lnSpc>
                <a:spcPct val="115000"/>
              </a:lnSpc>
            </a:pPr>
            <a:r>
              <a:rPr lang="zh-CN" altLang="en-US" dirty="0">
                <a:latin typeface="宋体" panose="02010600030101010101" pitchFamily="2" charset="-122"/>
              </a:rPr>
              <a:t>一个事务中指令的顺序必须保持不变</a:t>
            </a:r>
            <a:endParaRPr lang="zh-CN" altLang="en-US" dirty="0">
              <a:latin typeface="宋体" panose="0201060003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6147" name="Rectangle 2"/>
          <p:cNvSpPr>
            <a:spLocks noGrp="1"/>
          </p:cNvSpPr>
          <p:nvPr>
            <p:ph type="title"/>
          </p:nvPr>
        </p:nvSpPr>
        <p:spPr>
          <a:xfrm>
            <a:off x="1731963" y="58738"/>
            <a:ext cx="5688012" cy="493712"/>
          </a:xfrm>
          <a:ln/>
        </p:spPr>
        <p:txBody>
          <a:bodyPr vert="horz" wrap="square" lIns="91440" tIns="45720" rIns="91440" bIns="45720" anchor="ctr" anchorCtr="0"/>
          <a:p>
            <a:pPr eaLnBrk="1" hangingPunct="1"/>
            <a:r>
              <a:rPr lang="en-US" altLang="zh-CN" dirty="0"/>
              <a:t>11.1 </a:t>
            </a:r>
            <a:r>
              <a:rPr lang="zh-CN" altLang="en-US" dirty="0"/>
              <a:t>并发控制概述</a:t>
            </a:r>
            <a:endParaRPr lang="zh-CN" altLang="en-US" dirty="0"/>
          </a:p>
        </p:txBody>
      </p:sp>
      <p:sp>
        <p:nvSpPr>
          <p:cNvPr id="6148" name="Rectangle 3"/>
          <p:cNvSpPr>
            <a:spLocks noGrp="1"/>
          </p:cNvSpPr>
          <p:nvPr>
            <p:ph idx="1"/>
          </p:nvPr>
        </p:nvSpPr>
        <p:spPr>
          <a:xfrm>
            <a:off x="152400" y="838200"/>
            <a:ext cx="8839200" cy="5638800"/>
          </a:xfrm>
          <a:ln/>
        </p:spPr>
        <p:txBody>
          <a:bodyPr vert="horz" wrap="square" lIns="91440" tIns="45720" rIns="91440" bIns="45720" anchor="t" anchorCtr="0"/>
          <a:p>
            <a:pPr algn="just" eaLnBrk="1" hangingPunct="1">
              <a:lnSpc>
                <a:spcPct val="120000"/>
              </a:lnSpc>
            </a:pPr>
            <a:r>
              <a:rPr lang="zh-CN" altLang="en-US" dirty="0">
                <a:solidFill>
                  <a:schemeClr val="tx1"/>
                </a:solidFill>
                <a:latin typeface="宋体" panose="02010600030101010101" pitchFamily="2" charset="-122"/>
              </a:rPr>
              <a:t>串行调度</a:t>
            </a:r>
            <a:endParaRPr lang="zh-CN" altLang="en-US" dirty="0">
              <a:solidFill>
                <a:schemeClr val="tx1"/>
              </a:solidFill>
              <a:latin typeface="宋体" panose="02010600030101010101" pitchFamily="2" charset="-122"/>
            </a:endParaRPr>
          </a:p>
          <a:p>
            <a:pPr algn="just" eaLnBrk="1" hangingPunct="1">
              <a:lnSpc>
                <a:spcPct val="120000"/>
              </a:lnSpc>
              <a:buNone/>
            </a:pPr>
            <a:r>
              <a:rPr lang="zh-CN" altLang="en-US" dirty="0">
                <a:solidFill>
                  <a:schemeClr val="tx1"/>
                </a:solidFill>
                <a:latin typeface="宋体" panose="02010600030101010101" pitchFamily="2" charset="-122"/>
              </a:rPr>
              <a:t>	在串行调度中，属于同一事务的指令紧挨在一起执行。对于有</a:t>
            </a:r>
            <a:r>
              <a:rPr lang="en-US" altLang="zh-CN" dirty="0">
                <a:solidFill>
                  <a:schemeClr val="tx1"/>
                </a:solidFill>
                <a:latin typeface="宋体" panose="02010600030101010101" pitchFamily="2" charset="-122"/>
              </a:rPr>
              <a:t>n</a:t>
            </a:r>
            <a:r>
              <a:rPr lang="zh-CN" altLang="en-US" dirty="0">
                <a:solidFill>
                  <a:schemeClr val="tx1"/>
                </a:solidFill>
                <a:latin typeface="宋体" panose="02010600030101010101" pitchFamily="2" charset="-122"/>
              </a:rPr>
              <a:t>个事务的事务组，可以有</a:t>
            </a:r>
            <a:r>
              <a:rPr lang="en-US" altLang="zh-CN" dirty="0">
                <a:solidFill>
                  <a:schemeClr val="tx1"/>
                </a:solidFill>
                <a:latin typeface="宋体" panose="02010600030101010101" pitchFamily="2" charset="-122"/>
              </a:rPr>
              <a:t>n</a:t>
            </a:r>
            <a:r>
              <a:rPr lang="zh-CN" altLang="en-US" dirty="0">
                <a:solidFill>
                  <a:schemeClr val="tx1"/>
                </a:solidFill>
                <a:latin typeface="宋体" panose="02010600030101010101" pitchFamily="2" charset="-122"/>
              </a:rPr>
              <a:t>！个有效调度</a:t>
            </a:r>
            <a:endParaRPr lang="zh-CN" altLang="en-US" dirty="0">
              <a:solidFill>
                <a:schemeClr val="tx1"/>
              </a:solidFill>
              <a:latin typeface="宋体" panose="02010600030101010101" pitchFamily="2" charset="-122"/>
            </a:endParaRPr>
          </a:p>
          <a:p>
            <a:pPr algn="just" eaLnBrk="1" hangingPunct="1">
              <a:lnSpc>
                <a:spcPct val="120000"/>
              </a:lnSpc>
            </a:pPr>
            <a:r>
              <a:rPr lang="zh-CN" altLang="en-US" dirty="0">
                <a:solidFill>
                  <a:schemeClr val="tx1"/>
                </a:solidFill>
                <a:latin typeface="宋体" panose="02010600030101010101" pitchFamily="2" charset="-122"/>
              </a:rPr>
              <a:t>并行（发）调度</a:t>
            </a:r>
            <a:endParaRPr lang="zh-CN" altLang="en-US" dirty="0">
              <a:solidFill>
                <a:schemeClr val="tx1"/>
              </a:solidFill>
              <a:latin typeface="宋体" panose="02010600030101010101" pitchFamily="2" charset="-122"/>
            </a:endParaRPr>
          </a:p>
          <a:p>
            <a:pPr algn="just" eaLnBrk="1" hangingPunct="1">
              <a:lnSpc>
                <a:spcPct val="120000"/>
              </a:lnSpc>
              <a:buNone/>
            </a:pPr>
            <a:r>
              <a:rPr lang="zh-CN" altLang="en-US" dirty="0">
                <a:solidFill>
                  <a:schemeClr val="tx1"/>
                </a:solidFill>
                <a:latin typeface="宋体" panose="02010600030101010101" pitchFamily="2" charset="-122"/>
              </a:rPr>
              <a:t>	在并行调度中，来自不同事务的指令可以交叉执行</a:t>
            </a:r>
            <a:r>
              <a:rPr lang="en-US" altLang="zh-CN" dirty="0">
                <a:solidFill>
                  <a:schemeClr val="tx1"/>
                </a:solidFill>
                <a:latin typeface="宋体" panose="02010600030101010101" pitchFamily="2" charset="-122"/>
              </a:rPr>
              <a:t>.</a:t>
            </a:r>
            <a:r>
              <a:rPr lang="zh-CN" altLang="en-US" dirty="0">
                <a:solidFill>
                  <a:srgbClr val="FF0000"/>
                </a:solidFill>
                <a:latin typeface="宋体" panose="02010600030101010101" pitchFamily="2" charset="-122"/>
              </a:rPr>
              <a:t>当并行调度等价于某个串行调度时</a:t>
            </a:r>
            <a:r>
              <a:rPr lang="zh-CN" altLang="en-US" dirty="0">
                <a:solidFill>
                  <a:schemeClr val="tx1"/>
                </a:solidFill>
                <a:latin typeface="宋体" panose="02010600030101010101" pitchFamily="2" charset="-122"/>
              </a:rPr>
              <a:t>，则称它是可串行化的、</a:t>
            </a:r>
            <a:r>
              <a:rPr lang="zh-CN" altLang="en-US" dirty="0">
                <a:solidFill>
                  <a:srgbClr val="FF0000"/>
                </a:solidFill>
                <a:latin typeface="宋体" panose="02010600030101010101" pitchFamily="2" charset="-122"/>
              </a:rPr>
              <a:t>正确的</a:t>
            </a:r>
            <a:endParaRPr lang="zh-CN" altLang="en-US" dirty="0">
              <a:solidFill>
                <a:srgbClr val="FF0000"/>
              </a:solidFill>
              <a:latin typeface="宋体" panose="02010600030101010101"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7171"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11.1 </a:t>
            </a:r>
            <a:r>
              <a:rPr lang="zh-CN" altLang="en-US" dirty="0"/>
              <a:t>并发控制概述</a:t>
            </a:r>
            <a:endParaRPr lang="zh-CN" altLang="en-US" dirty="0"/>
          </a:p>
        </p:txBody>
      </p:sp>
      <p:sp>
        <p:nvSpPr>
          <p:cNvPr id="7172" name="Rectangle 3"/>
          <p:cNvSpPr>
            <a:spLocks noGrp="1"/>
          </p:cNvSpPr>
          <p:nvPr>
            <p:ph idx="1"/>
          </p:nvPr>
        </p:nvSpPr>
        <p:spPr>
          <a:xfrm>
            <a:off x="152400" y="838200"/>
            <a:ext cx="8839200" cy="5638800"/>
          </a:xfrm>
          <a:ln/>
        </p:spPr>
        <p:txBody>
          <a:bodyPr vert="horz" wrap="square" lIns="91440" tIns="45720" rIns="91440" bIns="45720" anchor="t" anchorCtr="0"/>
          <a:p>
            <a:pPr algn="just" eaLnBrk="1" hangingPunct="1">
              <a:lnSpc>
                <a:spcPct val="110000"/>
              </a:lnSpc>
              <a:spcBef>
                <a:spcPct val="10000"/>
              </a:spcBef>
            </a:pPr>
            <a:r>
              <a:rPr lang="zh-CN" altLang="en-US" sz="2800" dirty="0">
                <a:solidFill>
                  <a:schemeClr val="tx1"/>
                </a:solidFill>
                <a:latin typeface="宋体" panose="02010600030101010101" pitchFamily="2" charset="-122"/>
              </a:rPr>
              <a:t>串行 </a:t>
            </a:r>
            <a:r>
              <a:rPr lang="en-US" altLang="zh-CN" sz="2800" dirty="0">
                <a:solidFill>
                  <a:schemeClr val="tx1"/>
                </a:solidFill>
                <a:latin typeface="宋体" panose="02010600030101010101" pitchFamily="2" charset="-122"/>
              </a:rPr>
              <a:t>vs </a:t>
            </a:r>
            <a:r>
              <a:rPr lang="zh-CN" altLang="en-US" sz="2800" dirty="0">
                <a:solidFill>
                  <a:schemeClr val="tx1"/>
                </a:solidFill>
                <a:latin typeface="宋体" panose="02010600030101010101" pitchFamily="2" charset="-122"/>
              </a:rPr>
              <a:t>并行</a:t>
            </a:r>
            <a:endParaRPr lang="zh-CN" altLang="en-US" sz="2800" dirty="0">
              <a:solidFill>
                <a:schemeClr val="tx1"/>
              </a:solidFill>
              <a:latin typeface="宋体" panose="02010600030101010101" pitchFamily="2" charset="-122"/>
            </a:endParaRPr>
          </a:p>
          <a:p>
            <a:pPr lvl="1" algn="just" eaLnBrk="1" hangingPunct="1">
              <a:lnSpc>
                <a:spcPct val="110000"/>
              </a:lnSpc>
              <a:spcBef>
                <a:spcPct val="10000"/>
              </a:spcBef>
            </a:pPr>
            <a:r>
              <a:rPr lang="zh-CN" altLang="en-US" sz="2400" dirty="0">
                <a:latin typeface="宋体" panose="02010600030101010101" pitchFamily="2" charset="-122"/>
              </a:rPr>
              <a:t>基本比较</a:t>
            </a:r>
            <a:endParaRPr lang="zh-CN" altLang="en-US" sz="2400" dirty="0">
              <a:latin typeface="宋体" panose="02010600030101010101" pitchFamily="2" charset="-122"/>
            </a:endParaRPr>
          </a:p>
          <a:p>
            <a:pPr lvl="2" eaLnBrk="1" hangingPunct="1">
              <a:lnSpc>
                <a:spcPct val="110000"/>
              </a:lnSpc>
              <a:spcBef>
                <a:spcPct val="10000"/>
              </a:spcBef>
            </a:pPr>
            <a:r>
              <a:rPr lang="zh-CN" altLang="en-US" dirty="0">
                <a:latin typeface="宋体" panose="02010600030101010101" pitchFamily="2" charset="-122"/>
                <a:ea typeface="宋体" panose="02010600030101010101" pitchFamily="2" charset="-122"/>
              </a:rPr>
              <a:t>并行事务会破坏数据库的一致性</a:t>
            </a:r>
            <a:endParaRPr lang="zh-CN" altLang="en-US" dirty="0">
              <a:latin typeface="宋体" panose="02010600030101010101" pitchFamily="2" charset="-122"/>
              <a:ea typeface="宋体" panose="02010600030101010101" pitchFamily="2" charset="-122"/>
            </a:endParaRPr>
          </a:p>
          <a:p>
            <a:pPr lvl="2" eaLnBrk="1" hangingPunct="1">
              <a:lnSpc>
                <a:spcPct val="110000"/>
              </a:lnSpc>
              <a:spcBef>
                <a:spcPct val="10000"/>
              </a:spcBef>
            </a:pPr>
            <a:r>
              <a:rPr lang="zh-CN" altLang="en-US" dirty="0">
                <a:latin typeface="宋体" panose="02010600030101010101" pitchFamily="2" charset="-122"/>
                <a:ea typeface="宋体" panose="02010600030101010101" pitchFamily="2" charset="-122"/>
              </a:rPr>
              <a:t>串行事务效率低</a:t>
            </a:r>
            <a:endParaRPr lang="zh-CN" altLang="en-US" dirty="0">
              <a:latin typeface="宋体" panose="02010600030101010101" pitchFamily="2" charset="-122"/>
              <a:ea typeface="宋体" panose="02010600030101010101" pitchFamily="2" charset="-122"/>
            </a:endParaRPr>
          </a:p>
          <a:p>
            <a:pPr lvl="1" eaLnBrk="1" hangingPunct="1">
              <a:lnSpc>
                <a:spcPct val="110000"/>
              </a:lnSpc>
              <a:spcBef>
                <a:spcPct val="10000"/>
              </a:spcBef>
            </a:pPr>
            <a:r>
              <a:rPr lang="zh-CN" altLang="en-US" sz="2400" dirty="0">
                <a:latin typeface="宋体" panose="02010600030101010101" pitchFamily="2" charset="-122"/>
              </a:rPr>
              <a:t>并行的优点</a:t>
            </a:r>
            <a:endParaRPr lang="zh-CN" altLang="en-US" sz="2400" dirty="0">
              <a:latin typeface="宋体" panose="02010600030101010101" pitchFamily="2" charset="-122"/>
            </a:endParaRPr>
          </a:p>
          <a:p>
            <a:pPr lvl="2" eaLnBrk="1" hangingPunct="1">
              <a:lnSpc>
                <a:spcPct val="110000"/>
              </a:lnSpc>
              <a:spcBef>
                <a:spcPct val="10000"/>
              </a:spcBef>
            </a:pPr>
            <a:r>
              <a:rPr lang="zh-CN" altLang="en-US" dirty="0">
                <a:latin typeface="宋体" panose="02010600030101010101" pitchFamily="2" charset="-122"/>
                <a:ea typeface="宋体" panose="02010600030101010101" pitchFamily="2" charset="-122"/>
              </a:rPr>
              <a:t>一个事务由不同的步骤组成，所涉及的系统资源也不同。这些步骤可以并发执行，以提高系统的吞吐量</a:t>
            </a:r>
            <a:endParaRPr lang="zh-CN" altLang="en-US" dirty="0">
              <a:latin typeface="宋体" panose="02010600030101010101" pitchFamily="2" charset="-122"/>
              <a:ea typeface="宋体" panose="02010600030101010101" pitchFamily="2" charset="-122"/>
            </a:endParaRPr>
          </a:p>
          <a:p>
            <a:pPr lvl="2" eaLnBrk="1" hangingPunct="1">
              <a:lnSpc>
                <a:spcPct val="110000"/>
              </a:lnSpc>
              <a:spcBef>
                <a:spcPct val="10000"/>
              </a:spcBef>
            </a:pPr>
            <a:r>
              <a:rPr lang="zh-CN" altLang="en-US" dirty="0">
                <a:latin typeface="宋体" panose="02010600030101010101" pitchFamily="2" charset="-122"/>
                <a:ea typeface="宋体" panose="02010600030101010101" pitchFamily="2" charset="-122"/>
              </a:rPr>
              <a:t>系统中存在着周期不等的各种事务，串行会导致难于预测的时延。如果各个事务所涉及的是数据库的不同部分，采用并发会减少平均响应时间</a:t>
            </a:r>
            <a:endParaRPr lang="zh-CN" altLang="en-US" dirty="0">
              <a:latin typeface="宋体" panose="02010600030101010101" pitchFamily="2" charset="-122"/>
              <a:ea typeface="宋体" panose="02010600030101010101" pitchFamily="2" charset="-122"/>
            </a:endParaRPr>
          </a:p>
          <a:p>
            <a:pPr lvl="1" eaLnBrk="1" hangingPunct="1">
              <a:lnSpc>
                <a:spcPct val="110000"/>
              </a:lnSpc>
              <a:spcBef>
                <a:spcPct val="10000"/>
              </a:spcBef>
            </a:pPr>
            <a:r>
              <a:rPr lang="zh-CN" altLang="en-US" sz="2400" dirty="0">
                <a:latin typeface="宋体" panose="02010600030101010101" pitchFamily="2" charset="-122"/>
              </a:rPr>
              <a:t>核心问题</a:t>
            </a:r>
            <a:endParaRPr lang="zh-CN" altLang="en-US" sz="2400" dirty="0">
              <a:latin typeface="宋体" panose="02010600030101010101" pitchFamily="2" charset="-122"/>
            </a:endParaRPr>
          </a:p>
          <a:p>
            <a:pPr lvl="2" eaLnBrk="1" hangingPunct="1">
              <a:lnSpc>
                <a:spcPct val="110000"/>
              </a:lnSpc>
              <a:spcBef>
                <a:spcPct val="10000"/>
              </a:spcBef>
              <a:buNone/>
            </a:pPr>
            <a:r>
              <a:rPr lang="zh-CN" altLang="en-US" dirty="0">
                <a:latin typeface="宋体" panose="02010600030101010101" pitchFamily="2" charset="-122"/>
                <a:ea typeface="宋体" panose="02010600030101010101" pitchFamily="2" charset="-122"/>
              </a:rPr>
              <a:t>	在保证一致性的前提下最大限度地提高并发度</a:t>
            </a:r>
            <a:endParaRPr lang="zh-CN" altLang="en-US" dirty="0">
              <a:latin typeface="宋体" panose="02010600030101010101" pitchFamily="2" charset="-122"/>
              <a:ea typeface="宋体" panose="02010600030101010101"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8195"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11.1 </a:t>
            </a:r>
            <a:r>
              <a:rPr lang="zh-CN" altLang="en-US" dirty="0"/>
              <a:t>并发控制概述</a:t>
            </a:r>
            <a:endParaRPr lang="zh-CN" altLang="en-US" dirty="0"/>
          </a:p>
        </p:txBody>
      </p:sp>
      <p:sp>
        <p:nvSpPr>
          <p:cNvPr id="8196" name="Rectangle 3"/>
          <p:cNvSpPr>
            <a:spLocks noGrp="1"/>
          </p:cNvSpPr>
          <p:nvPr>
            <p:ph idx="1"/>
          </p:nvPr>
        </p:nvSpPr>
        <p:spPr>
          <a:xfrm>
            <a:off x="152400" y="838200"/>
            <a:ext cx="8839200" cy="5638800"/>
          </a:xfrm>
          <a:ln/>
        </p:spPr>
        <p:txBody>
          <a:bodyPr vert="horz" wrap="square" lIns="91440" tIns="45720" rIns="91440" bIns="45720" anchor="t" anchorCtr="0"/>
          <a:p>
            <a:pPr algn="just" eaLnBrk="1" hangingPunct="1">
              <a:lnSpc>
                <a:spcPct val="120000"/>
              </a:lnSpc>
            </a:pPr>
            <a:r>
              <a:rPr lang="zh-CN" altLang="en-US" sz="3600" dirty="0">
                <a:solidFill>
                  <a:schemeClr val="tx1"/>
                </a:solidFill>
                <a:latin typeface="宋体" panose="02010600030101010101" pitchFamily="2" charset="-122"/>
              </a:rPr>
              <a:t>并发操作可能带来的数据不一致性</a:t>
            </a:r>
            <a:endParaRPr lang="zh-CN" altLang="en-US" sz="3600" dirty="0">
              <a:solidFill>
                <a:schemeClr val="tx1"/>
              </a:solidFill>
              <a:latin typeface="宋体" panose="02010600030101010101" pitchFamily="2" charset="-122"/>
            </a:endParaRPr>
          </a:p>
          <a:p>
            <a:pPr lvl="1" algn="just" eaLnBrk="1" hangingPunct="1">
              <a:lnSpc>
                <a:spcPct val="120000"/>
              </a:lnSpc>
            </a:pPr>
            <a:r>
              <a:rPr lang="zh-CN" altLang="en-US" sz="3200" dirty="0">
                <a:latin typeface="宋体" panose="02010600030101010101" pitchFamily="2" charset="-122"/>
              </a:rPr>
              <a:t>丢失更新</a:t>
            </a:r>
            <a:r>
              <a:rPr lang="en-US" altLang="zh-CN" sz="3200" dirty="0">
                <a:latin typeface="宋体" panose="02010600030101010101" pitchFamily="2" charset="-122"/>
              </a:rPr>
              <a:t>(</a:t>
            </a:r>
            <a:r>
              <a:rPr lang="en-US" altLang="zh-CN" sz="3200" dirty="0"/>
              <a:t>Lost Update</a:t>
            </a:r>
            <a:r>
              <a:rPr lang="en-US" altLang="zh-CN" sz="3200" dirty="0">
                <a:latin typeface="宋体" panose="02010600030101010101" pitchFamily="2" charset="-122"/>
              </a:rPr>
              <a:t>)</a:t>
            </a:r>
            <a:endParaRPr lang="en-US" altLang="zh-CN" sz="3200" dirty="0">
              <a:latin typeface="宋体" panose="02010600030101010101" pitchFamily="2" charset="-122"/>
            </a:endParaRPr>
          </a:p>
          <a:p>
            <a:pPr lvl="1" algn="just" eaLnBrk="1" hangingPunct="1">
              <a:lnSpc>
                <a:spcPct val="120000"/>
              </a:lnSpc>
            </a:pPr>
            <a:r>
              <a:rPr lang="zh-CN" altLang="en-US" sz="3200" dirty="0">
                <a:latin typeface="宋体" panose="02010600030101010101" pitchFamily="2" charset="-122"/>
              </a:rPr>
              <a:t>不可重复读</a:t>
            </a:r>
            <a:r>
              <a:rPr lang="en-US" altLang="zh-CN" sz="3200" dirty="0">
                <a:latin typeface="宋体" panose="02010600030101010101" pitchFamily="2" charset="-122"/>
              </a:rPr>
              <a:t>(</a:t>
            </a:r>
            <a:r>
              <a:rPr lang="en-US" altLang="zh-CN" sz="3200" dirty="0"/>
              <a:t>Non-Repeatable Read</a:t>
            </a:r>
            <a:r>
              <a:rPr lang="en-US" altLang="zh-CN" sz="3200" dirty="0">
                <a:latin typeface="宋体" panose="02010600030101010101" pitchFamily="2" charset="-122"/>
              </a:rPr>
              <a:t>)</a:t>
            </a:r>
            <a:endParaRPr lang="en-US" altLang="zh-CN" sz="3200" dirty="0">
              <a:latin typeface="宋体" panose="02010600030101010101" pitchFamily="2" charset="-122"/>
            </a:endParaRPr>
          </a:p>
          <a:p>
            <a:pPr lvl="1" algn="just" eaLnBrk="1" hangingPunct="1">
              <a:lnSpc>
                <a:spcPct val="120000"/>
              </a:lnSpc>
            </a:pPr>
            <a:r>
              <a:rPr lang="zh-CN" altLang="en-US" sz="3200" dirty="0">
                <a:latin typeface="宋体" panose="02010600030101010101" pitchFamily="2" charset="-122"/>
              </a:rPr>
              <a:t>读</a:t>
            </a:r>
            <a:r>
              <a:rPr lang="zh-CN" altLang="en-US" sz="3200" dirty="0"/>
              <a:t>“</a:t>
            </a:r>
            <a:r>
              <a:rPr lang="zh-CN" altLang="en-US" sz="3200" dirty="0">
                <a:latin typeface="宋体" panose="02010600030101010101" pitchFamily="2" charset="-122"/>
              </a:rPr>
              <a:t>脏</a:t>
            </a:r>
            <a:r>
              <a:rPr lang="zh-CN" altLang="en-US" sz="3200" dirty="0"/>
              <a:t>”</a:t>
            </a:r>
            <a:r>
              <a:rPr lang="zh-CN" altLang="en-US" sz="3200" dirty="0">
                <a:latin typeface="宋体" panose="02010600030101010101" pitchFamily="2" charset="-122"/>
              </a:rPr>
              <a:t>数据</a:t>
            </a:r>
            <a:r>
              <a:rPr lang="en-US" altLang="zh-CN" sz="3200" dirty="0">
                <a:latin typeface="宋体" panose="02010600030101010101" pitchFamily="2" charset="-122"/>
              </a:rPr>
              <a:t>(</a:t>
            </a:r>
            <a:r>
              <a:rPr lang="en-US" altLang="zh-CN" sz="3200" dirty="0"/>
              <a:t>Dirty Read</a:t>
            </a:r>
            <a:r>
              <a:rPr lang="en-US" altLang="zh-CN" sz="3200" dirty="0">
                <a:latin typeface="宋体" panose="02010600030101010101" pitchFamily="2" charset="-122"/>
              </a:rPr>
              <a:t>)</a:t>
            </a:r>
            <a:endParaRPr lang="en-US" altLang="zh-CN" sz="3200" dirty="0">
              <a:solidFill>
                <a:srgbClr val="FF0000"/>
              </a:solidFill>
              <a:latin typeface="宋体" panose="02010600030101010101"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9219"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11.1 </a:t>
            </a:r>
            <a:r>
              <a:rPr lang="zh-CN" altLang="en-US" dirty="0"/>
              <a:t>并发控制概述</a:t>
            </a:r>
            <a:endParaRPr lang="zh-CN" altLang="en-US" dirty="0"/>
          </a:p>
        </p:txBody>
      </p:sp>
      <p:sp>
        <p:nvSpPr>
          <p:cNvPr id="9220" name="Rectangle 3"/>
          <p:cNvSpPr>
            <a:spLocks noGrp="1"/>
          </p:cNvSpPr>
          <p:nvPr>
            <p:ph idx="1"/>
          </p:nvPr>
        </p:nvSpPr>
        <p:spPr>
          <a:xfrm>
            <a:off x="152400" y="838200"/>
            <a:ext cx="8839200" cy="5638800"/>
          </a:xfrm>
          <a:ln/>
        </p:spPr>
        <p:txBody>
          <a:bodyPr vert="horz" wrap="square" lIns="91440" tIns="45720" rIns="91440" bIns="45720" anchor="t" anchorCtr="0"/>
          <a:p>
            <a:pPr algn="just" eaLnBrk="1" hangingPunct="1">
              <a:lnSpc>
                <a:spcPct val="120000"/>
              </a:lnSpc>
            </a:pPr>
            <a:r>
              <a:rPr lang="zh-CN" altLang="en-US" dirty="0">
                <a:solidFill>
                  <a:schemeClr val="tx1"/>
                </a:solidFill>
                <a:latin typeface="宋体" panose="02010600030101010101" pitchFamily="2" charset="-122"/>
              </a:rPr>
              <a:t>丢失更新</a:t>
            </a:r>
            <a:endParaRPr lang="zh-CN" altLang="en-US" dirty="0">
              <a:solidFill>
                <a:schemeClr val="tx1"/>
              </a:solidFill>
              <a:latin typeface="宋体" panose="02010600030101010101" pitchFamily="2" charset="-122"/>
            </a:endParaRPr>
          </a:p>
          <a:p>
            <a:pPr algn="just" eaLnBrk="1" hangingPunct="1">
              <a:lnSpc>
                <a:spcPct val="120000"/>
              </a:lnSpc>
              <a:buNone/>
            </a:pPr>
            <a:r>
              <a:rPr lang="zh-CN" altLang="en-US" dirty="0">
                <a:latin typeface="宋体" panose="02010600030101010101" pitchFamily="2" charset="-122"/>
              </a:rPr>
              <a:t>	</a:t>
            </a:r>
            <a:r>
              <a:rPr lang="zh-CN" altLang="en-US" dirty="0">
                <a:solidFill>
                  <a:schemeClr val="tx1"/>
                </a:solidFill>
                <a:latin typeface="宋体" panose="02010600030101010101" pitchFamily="2" charset="-122"/>
              </a:rPr>
              <a:t>两个以上事务从</a:t>
            </a:r>
            <a:r>
              <a:rPr lang="en-US" altLang="zh-CN" dirty="0">
                <a:solidFill>
                  <a:schemeClr val="tx1"/>
                </a:solidFill>
              </a:rPr>
              <a:t>DB</a:t>
            </a:r>
            <a:r>
              <a:rPr lang="zh-CN" altLang="en-US" dirty="0">
                <a:solidFill>
                  <a:schemeClr val="tx1"/>
                </a:solidFill>
                <a:latin typeface="宋体" panose="02010600030101010101" pitchFamily="2" charset="-122"/>
              </a:rPr>
              <a:t>中读入同一数据并修改，其中一事务（后提交的事务）的提交结果破坏了另一事务（先提交的事务）的提交结果，导致先前提交事务对</a:t>
            </a:r>
            <a:r>
              <a:rPr lang="en-US" altLang="zh-CN" dirty="0">
                <a:solidFill>
                  <a:schemeClr val="tx1"/>
                </a:solidFill>
              </a:rPr>
              <a:t>DB</a:t>
            </a:r>
            <a:r>
              <a:rPr lang="zh-CN" altLang="en-US" dirty="0">
                <a:solidFill>
                  <a:schemeClr val="tx1"/>
                </a:solidFill>
                <a:latin typeface="宋体" panose="02010600030101010101" pitchFamily="2" charset="-122"/>
              </a:rPr>
              <a:t>的修改被丢失。</a:t>
            </a:r>
            <a:endParaRPr lang="zh-CN" altLang="en-US" dirty="0">
              <a:solidFill>
                <a:schemeClr val="tx1"/>
              </a:solidFill>
              <a:latin typeface="宋体" panose="02010600030101010101"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0243"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11.1 </a:t>
            </a:r>
            <a:r>
              <a:rPr lang="zh-CN" altLang="en-US" dirty="0"/>
              <a:t>并发控制概述</a:t>
            </a:r>
            <a:endParaRPr lang="zh-CN" altLang="en-US" dirty="0"/>
          </a:p>
        </p:txBody>
      </p:sp>
      <p:sp>
        <p:nvSpPr>
          <p:cNvPr id="10244" name="Rectangle 3"/>
          <p:cNvSpPr>
            <a:spLocks noGrp="1"/>
          </p:cNvSpPr>
          <p:nvPr>
            <p:ph idx="1"/>
          </p:nvPr>
        </p:nvSpPr>
        <p:spPr>
          <a:xfrm>
            <a:off x="152400" y="838200"/>
            <a:ext cx="8839200" cy="838200"/>
          </a:xfrm>
          <a:ln/>
        </p:spPr>
        <p:txBody>
          <a:bodyPr vert="horz" wrap="square" lIns="91440" tIns="45720" rIns="91440" bIns="45720" anchor="t" anchorCtr="0"/>
          <a:p>
            <a:pPr algn="just" eaLnBrk="1" hangingPunct="1">
              <a:lnSpc>
                <a:spcPct val="120000"/>
              </a:lnSpc>
            </a:pPr>
            <a:r>
              <a:rPr lang="zh-CN" altLang="en-US" dirty="0">
                <a:solidFill>
                  <a:schemeClr val="tx1"/>
                </a:solidFill>
                <a:latin typeface="宋体" panose="02010600030101010101" pitchFamily="2" charset="-122"/>
              </a:rPr>
              <a:t>丢失更新举例</a:t>
            </a:r>
            <a:r>
              <a:rPr lang="en-US" altLang="zh-CN" dirty="0">
                <a:solidFill>
                  <a:schemeClr val="tx1"/>
                </a:solidFill>
                <a:latin typeface="宋体" panose="02010600030101010101" pitchFamily="2" charset="-122"/>
              </a:rPr>
              <a:t>:</a:t>
            </a:r>
            <a:r>
              <a:rPr lang="zh-CN" altLang="en-US" dirty="0">
                <a:solidFill>
                  <a:schemeClr val="tx1"/>
                </a:solidFill>
                <a:latin typeface="宋体" panose="02010600030101010101" pitchFamily="2" charset="-122"/>
              </a:rPr>
              <a:t>事务</a:t>
            </a:r>
            <a:r>
              <a:rPr lang="en-US" altLang="zh-CN" dirty="0">
                <a:solidFill>
                  <a:schemeClr val="tx1"/>
                </a:solidFill>
              </a:rPr>
              <a:t>T1</a:t>
            </a:r>
            <a:r>
              <a:rPr lang="zh-CN" altLang="en-US" dirty="0">
                <a:solidFill>
                  <a:schemeClr val="tx1"/>
                </a:solidFill>
                <a:latin typeface="宋体" panose="02010600030101010101" pitchFamily="2" charset="-122"/>
              </a:rPr>
              <a:t>对数据库的修改丢失了</a:t>
            </a:r>
            <a:endParaRPr lang="zh-CN" altLang="en-US" dirty="0">
              <a:solidFill>
                <a:schemeClr val="tx1"/>
              </a:solidFill>
              <a:latin typeface="宋体" panose="02010600030101010101" pitchFamily="2" charset="-122"/>
            </a:endParaRPr>
          </a:p>
        </p:txBody>
      </p:sp>
      <p:graphicFrame>
        <p:nvGraphicFramePr>
          <p:cNvPr id="304181" name="Group 53"/>
          <p:cNvGraphicFramePr>
            <a:graphicFrameLocks noGrp="1"/>
          </p:cNvGraphicFramePr>
          <p:nvPr/>
        </p:nvGraphicFramePr>
        <p:xfrm>
          <a:off x="381000" y="1752600"/>
          <a:ext cx="8458200" cy="3602038"/>
        </p:xfrm>
        <a:graphic>
          <a:graphicData uri="http://schemas.openxmlformats.org/drawingml/2006/table">
            <a:tbl>
              <a:tblPr/>
              <a:tblGrid>
                <a:gridCol w="989013"/>
                <a:gridCol w="2087562"/>
                <a:gridCol w="1536700"/>
                <a:gridCol w="2416175"/>
                <a:gridCol w="1428750"/>
              </a:tblGrid>
              <a:tr h="463447">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rPr>
                        <a:t>时间</a:t>
                      </a:r>
                      <a:r>
                        <a:rPr kumimoji="1" lang="zh-CN" altLang="en-US" sz="2400" b="1" i="0" u="none" strike="noStrike" cap="none" normalizeH="0" baseline="0" smtClean="0">
                          <a:ln>
                            <a:noFill/>
                          </a:ln>
                          <a:solidFill>
                            <a:srgbClr val="FF0000"/>
                          </a:solidFill>
                          <a:effectLst/>
                          <a:latin typeface="Times New Roman" panose="02020603050405020304" pitchFamily="18" charset="0"/>
                          <a:ea typeface="黑体" panose="02010609060101010101" pitchFamily="49" charset="-122"/>
                        </a:rPr>
                        <a:t> </a:t>
                      </a:r>
                      <a:endParaRPr kumimoji="1" lang="zh-CN" altLang="en-US" sz="2400" b="1" i="0" u="none" strike="noStrike" cap="none" normalizeH="0" baseline="0" smtClean="0">
                        <a:ln>
                          <a:noFill/>
                        </a:ln>
                        <a:solidFill>
                          <a:srgbClr val="FF0000"/>
                        </a:solidFill>
                        <a:effectLst/>
                        <a:latin typeface="Times New Roman" panose="02020603050405020304" pitchFamily="18" charset="0"/>
                        <a:ea typeface="黑体" panose="02010609060101010101" pitchFamily="49" charset="-122"/>
                      </a:endParaRPr>
                    </a:p>
                  </a:txBody>
                  <a:tcPr marT="45710" marB="45710"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rPr>
                        <a:t>T</a:t>
                      </a:r>
                      <a:r>
                        <a:rPr kumimoji="1" lang="en-US" altLang="zh-CN" sz="2400" b="1" i="0" u="none" strike="noStrike" cap="none" normalizeH="0" baseline="-30000" smtClean="0">
                          <a:ln>
                            <a:noFill/>
                          </a:ln>
                          <a:solidFill>
                            <a:srgbClr val="FF0000"/>
                          </a:solidFill>
                          <a:effectLst/>
                          <a:latin typeface="Times New Roman" panose="02020603050405020304" pitchFamily="18" charset="0"/>
                          <a:ea typeface="宋体" panose="02010600030101010101" pitchFamily="2" charset="-122"/>
                        </a:rPr>
                        <a:t>1</a:t>
                      </a:r>
                      <a:r>
                        <a:rPr kumimoji="1" lang="en-US" altLang="zh-CN" sz="2400" b="1" i="0" u="none" strike="noStrike" cap="none" normalizeH="0" baseline="0" smtClean="0">
                          <a:ln>
                            <a:noFill/>
                          </a:ln>
                          <a:solidFill>
                            <a:srgbClr val="FF0000"/>
                          </a:solidFill>
                          <a:effectLst/>
                          <a:latin typeface="Times New Roman" panose="02020603050405020304" pitchFamily="18" charset="0"/>
                          <a:ea typeface="黑体" panose="02010609060101010101" pitchFamily="49" charset="-122"/>
                        </a:rPr>
                        <a:t> </a:t>
                      </a:r>
                      <a:endParaRPr kumimoji="1" lang="en-US" altLang="zh-CN" sz="2400" b="1" i="0" u="none" strike="noStrike" cap="none" normalizeH="0" baseline="0" smtClean="0">
                        <a:ln>
                          <a:noFill/>
                        </a:ln>
                        <a:solidFill>
                          <a:srgbClr val="FF0000"/>
                        </a:solidFill>
                        <a:effectLst/>
                        <a:latin typeface="Times New Roman" panose="02020603050405020304" pitchFamily="18" charset="0"/>
                        <a:ea typeface="黑体" panose="02010609060101010101" pitchFamily="49" charset="-122"/>
                      </a:endParaRPr>
                    </a:p>
                  </a:txBody>
                  <a:tcPr marT="45710" marB="45710"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rPr>
                        <a:t>DB</a:t>
                      </a:r>
                      <a:r>
                        <a:rPr kumimoji="1" lang="zh-CN" altLang="en-US" sz="24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rPr>
                        <a:t>中</a:t>
                      </a:r>
                      <a:r>
                        <a:rPr kumimoji="1" lang="en-US" altLang="zh-CN" sz="24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rPr>
                        <a:t>A</a:t>
                      </a:r>
                      <a:r>
                        <a:rPr kumimoji="1" lang="zh-CN" altLang="en-US" sz="24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rPr>
                        <a:t>值</a:t>
                      </a:r>
                      <a:r>
                        <a:rPr kumimoji="1" lang="zh-CN" altLang="en-US" sz="2400" b="1" i="0" u="none" strike="noStrike" cap="none" normalizeH="0" baseline="0" smtClean="0">
                          <a:ln>
                            <a:noFill/>
                          </a:ln>
                          <a:solidFill>
                            <a:schemeClr val="bg1"/>
                          </a:solidFill>
                          <a:effectLst/>
                          <a:latin typeface="Times New Roman" panose="02020603050405020304" pitchFamily="18" charset="0"/>
                          <a:ea typeface="黑体" panose="02010609060101010101" pitchFamily="49" charset="-122"/>
                        </a:rPr>
                        <a:t> </a:t>
                      </a:r>
                      <a:endParaRPr kumimoji="1" lang="zh-CN" altLang="en-US" sz="2400" b="1" i="0" u="none" strike="noStrike" cap="none" normalizeH="0" baseline="0" smtClean="0">
                        <a:ln>
                          <a:noFill/>
                        </a:ln>
                        <a:solidFill>
                          <a:schemeClr val="bg1"/>
                        </a:solidFill>
                        <a:effectLst/>
                        <a:latin typeface="Times New Roman" panose="02020603050405020304" pitchFamily="18" charset="0"/>
                        <a:ea typeface="黑体" panose="02010609060101010101" pitchFamily="49" charset="-122"/>
                      </a:endParaRPr>
                    </a:p>
                  </a:txBody>
                  <a:tcPr marT="45710" marB="45710"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hlink"/>
                    </a:solid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rPr>
                        <a:t>T</a:t>
                      </a:r>
                      <a:r>
                        <a:rPr kumimoji="1" lang="en-US" altLang="zh-CN" sz="2400" b="1" i="0" u="none" strike="noStrike" cap="none" normalizeH="0" baseline="-30000" smtClean="0">
                          <a:ln>
                            <a:noFill/>
                          </a:ln>
                          <a:solidFill>
                            <a:srgbClr val="FF0000"/>
                          </a:solidFill>
                          <a:effectLst/>
                          <a:latin typeface="Times New Roman" panose="02020603050405020304" pitchFamily="18" charset="0"/>
                          <a:ea typeface="宋体" panose="02010600030101010101" pitchFamily="2" charset="-122"/>
                        </a:rPr>
                        <a:t>2</a:t>
                      </a:r>
                      <a:r>
                        <a:rPr kumimoji="1" lang="en-US" altLang="zh-CN" sz="2400" b="1" i="0" u="none" strike="noStrike" cap="none" normalizeH="0" baseline="0" smtClean="0">
                          <a:ln>
                            <a:noFill/>
                          </a:ln>
                          <a:solidFill>
                            <a:srgbClr val="FF0000"/>
                          </a:solidFill>
                          <a:effectLst/>
                          <a:latin typeface="Times New Roman" panose="02020603050405020304" pitchFamily="18" charset="0"/>
                          <a:ea typeface="黑体" panose="02010609060101010101" pitchFamily="49" charset="-122"/>
                        </a:rPr>
                        <a:t> </a:t>
                      </a:r>
                      <a:endParaRPr kumimoji="1" lang="en-US" altLang="zh-CN" sz="2400" b="1" i="0" u="none" strike="noStrike" cap="none" normalizeH="0" baseline="0" smtClean="0">
                        <a:ln>
                          <a:noFill/>
                        </a:ln>
                        <a:solidFill>
                          <a:srgbClr val="FF0000"/>
                        </a:solidFill>
                        <a:effectLst/>
                        <a:latin typeface="Times New Roman" panose="02020603050405020304" pitchFamily="18" charset="0"/>
                        <a:ea typeface="黑体" panose="02010609060101010101" pitchFamily="49" charset="-122"/>
                      </a:endParaRPr>
                    </a:p>
                  </a:txBody>
                  <a:tcPr marT="45710" marB="45710"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rowSpan="7">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just"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注：</a:t>
                      </a:r>
                      <a:endPar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A=16</a:t>
                      </a: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表示从</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DB</a:t>
                      </a: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中读入</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t>
                      </a: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值。</a:t>
                      </a:r>
                      <a:r>
                        <a:rPr kumimoji="1" lang="zh-CN" altLang="en-US" sz="2400" b="1"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rPr>
                        <a:t> </a:t>
                      </a:r>
                      <a:endParaRPr kumimoji="1" lang="zh-CN" altLang="en-US" sz="2400" b="1"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endParaRPr>
                    </a:p>
                  </a:txBody>
                  <a:tcPr marT="45710" marB="45710" anchor="ctr" horzOverflow="overflow">
                    <a:lnL w="12700" cap="flat" cmpd="sng" algn="ctr">
                      <a:solidFill>
                        <a:schemeClr val="tx1"/>
                      </a:solidFill>
                      <a:prstDash val="solid"/>
                      <a:round/>
                      <a:headEnd type="none" w="sm" len="sm"/>
                      <a:tailEnd type="none" w="sm" len="sm"/>
                    </a:lnL>
                    <a:lnR cap="flat">
                      <a:noFill/>
                    </a:lnR>
                    <a:lnT cap="flat">
                      <a:noFill/>
                    </a:lnT>
                    <a:lnB cap="flat">
                      <a:noFill/>
                    </a:lnB>
                    <a:lnTlToBr>
                      <a:noFill/>
                    </a:lnTlToBr>
                    <a:lnBlToTr>
                      <a:noFill/>
                    </a:lnBlToTr>
                    <a:noFill/>
                  </a:tcPr>
                </a:tc>
              </a:tr>
              <a:tr h="463447">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rPr>
                        <a:t>t1</a:t>
                      </a:r>
                      <a:r>
                        <a:rPr kumimoji="1" lang="en-US" altLang="zh-CN" sz="2400" b="1" i="0" u="none" strike="noStrike" cap="none" normalizeH="0" baseline="0" smtClean="0">
                          <a:ln>
                            <a:noFill/>
                          </a:ln>
                          <a:solidFill>
                            <a:schemeClr val="hlink"/>
                          </a:solidFill>
                          <a:effectLst/>
                          <a:latin typeface="Times New Roman" panose="02020603050405020304" pitchFamily="18" charset="0"/>
                          <a:ea typeface="黑体" panose="02010609060101010101" pitchFamily="49" charset="-122"/>
                        </a:rPr>
                        <a:t> </a:t>
                      </a:r>
                      <a:endParaRPr kumimoji="1" lang="en-US" altLang="zh-CN" sz="2400" b="1" i="0" u="none" strike="noStrike" cap="none" normalizeH="0" baseline="0" smtClean="0">
                        <a:ln>
                          <a:noFill/>
                        </a:ln>
                        <a:solidFill>
                          <a:schemeClr val="hlink"/>
                        </a:solidFill>
                        <a:effectLst/>
                        <a:latin typeface="Times New Roman" panose="02020603050405020304" pitchFamily="18" charset="0"/>
                        <a:ea typeface="黑体" panose="02010609060101010101" pitchFamily="49" charset="-122"/>
                      </a:endParaRPr>
                    </a:p>
                  </a:txBody>
                  <a:tcPr marT="45710" marB="45710"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读</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A=16</a:t>
                      </a:r>
                      <a:r>
                        <a:rPr kumimoji="1" lang="en-US" altLang="zh-CN" sz="2400" b="1"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rPr>
                        <a:t> </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endParaRPr>
                    </a:p>
                  </a:txBody>
                  <a:tcPr marT="45710" marB="45710"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rPr>
                        <a:t>16</a:t>
                      </a:r>
                      <a:r>
                        <a:rPr kumimoji="1" lang="en-US" altLang="zh-CN" sz="2400" b="1" i="0" u="none" strike="noStrike" cap="none" normalizeH="0" baseline="0" smtClean="0">
                          <a:ln>
                            <a:noFill/>
                          </a:ln>
                          <a:solidFill>
                            <a:schemeClr val="bg1"/>
                          </a:solidFill>
                          <a:effectLst/>
                          <a:latin typeface="Times New Roman" panose="02020603050405020304" pitchFamily="18" charset="0"/>
                          <a:ea typeface="黑体" panose="02010609060101010101" pitchFamily="49" charset="-122"/>
                        </a:rPr>
                        <a:t> </a:t>
                      </a:r>
                      <a:endParaRPr kumimoji="1" lang="en-US" altLang="zh-CN" sz="2400" b="1" i="0" u="none" strike="noStrike" cap="none" normalizeH="0" baseline="0" smtClean="0">
                        <a:ln>
                          <a:noFill/>
                        </a:ln>
                        <a:solidFill>
                          <a:schemeClr val="bg1"/>
                        </a:solidFill>
                        <a:effectLst/>
                        <a:latin typeface="Times New Roman" panose="02020603050405020304" pitchFamily="18" charset="0"/>
                        <a:ea typeface="黑体" panose="02010609060101010101" pitchFamily="49" charset="-122"/>
                      </a:endParaRPr>
                    </a:p>
                  </a:txBody>
                  <a:tcPr marT="45710" marB="45710"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hlink"/>
                    </a:solid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rPr>
                        <a:t>……</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endParaRPr>
                    </a:p>
                  </a:txBody>
                  <a:tcPr marT="45710" marB="45710"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vMerge="1">
                  <a:tcPr/>
                </a:tc>
              </a:tr>
              <a:tr h="463447">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rPr>
                        <a:t>t2</a:t>
                      </a:r>
                      <a:r>
                        <a:rPr kumimoji="1" lang="en-US" altLang="zh-CN" sz="2400" b="1" i="0" u="none" strike="noStrike" cap="none" normalizeH="0" baseline="0" smtClean="0">
                          <a:ln>
                            <a:noFill/>
                          </a:ln>
                          <a:solidFill>
                            <a:schemeClr val="hlink"/>
                          </a:solidFill>
                          <a:effectLst/>
                          <a:latin typeface="Times New Roman" panose="02020603050405020304" pitchFamily="18" charset="0"/>
                          <a:ea typeface="黑体" panose="02010609060101010101" pitchFamily="49" charset="-122"/>
                        </a:rPr>
                        <a:t> </a:t>
                      </a:r>
                      <a:endParaRPr kumimoji="1" lang="en-US" altLang="zh-CN" sz="2400" b="1" i="0" u="none" strike="noStrike" cap="none" normalizeH="0" baseline="0" smtClean="0">
                        <a:ln>
                          <a:noFill/>
                        </a:ln>
                        <a:solidFill>
                          <a:schemeClr val="hlink"/>
                        </a:solidFill>
                        <a:effectLst/>
                        <a:latin typeface="Times New Roman" panose="02020603050405020304" pitchFamily="18" charset="0"/>
                        <a:ea typeface="黑体" panose="02010609060101010101" pitchFamily="49" charset="-122"/>
                      </a:endParaRPr>
                    </a:p>
                  </a:txBody>
                  <a:tcPr marT="45710" marB="45710"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rPr>
                        <a:t>……</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endParaRPr>
                    </a:p>
                  </a:txBody>
                  <a:tcPr marT="45710" marB="45710"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400" b="1" i="0" u="none" strike="noStrike" cap="none" normalizeH="0" baseline="0" smtClean="0">
                        <a:ln>
                          <a:noFill/>
                        </a:ln>
                        <a:solidFill>
                          <a:schemeClr val="bg1"/>
                        </a:solidFill>
                        <a:effectLst/>
                        <a:latin typeface="Times New Roman" panose="02020603050405020304" pitchFamily="18" charset="0"/>
                        <a:ea typeface="黑体" panose="02010609060101010101" pitchFamily="49" charset="-122"/>
                      </a:endParaRPr>
                    </a:p>
                  </a:txBody>
                  <a:tcPr marT="45710" marB="45710"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hlink"/>
                    </a:solid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读</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A=16</a:t>
                      </a:r>
                      <a:r>
                        <a:rPr kumimoji="1" lang="en-US" altLang="zh-CN" sz="2400" b="1"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rPr>
                        <a:t> </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endParaRPr>
                    </a:p>
                  </a:txBody>
                  <a:tcPr marT="45710" marB="45710"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vMerge="1">
                  <a:tcPr/>
                </a:tc>
              </a:tr>
              <a:tr h="461861">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rPr>
                        <a:t>t3</a:t>
                      </a:r>
                      <a:r>
                        <a:rPr kumimoji="1" lang="en-US" altLang="zh-CN" sz="2400" b="1" i="0" u="none" strike="noStrike" cap="none" normalizeH="0" baseline="0" smtClean="0">
                          <a:ln>
                            <a:noFill/>
                          </a:ln>
                          <a:solidFill>
                            <a:schemeClr val="hlink"/>
                          </a:solidFill>
                          <a:effectLst/>
                          <a:latin typeface="Times New Roman" panose="02020603050405020304" pitchFamily="18" charset="0"/>
                          <a:ea typeface="黑体" panose="02010609060101010101" pitchFamily="49" charset="-122"/>
                        </a:rPr>
                        <a:t> </a:t>
                      </a:r>
                      <a:endParaRPr kumimoji="1" lang="en-US" altLang="zh-CN" sz="2400" b="1" i="0" u="none" strike="noStrike" cap="none" normalizeH="0" baseline="0" smtClean="0">
                        <a:ln>
                          <a:noFill/>
                        </a:ln>
                        <a:solidFill>
                          <a:schemeClr val="hlink"/>
                        </a:solidFill>
                        <a:effectLst/>
                        <a:latin typeface="Times New Roman" panose="02020603050405020304" pitchFamily="18" charset="0"/>
                        <a:ea typeface="黑体" panose="02010609060101010101" pitchFamily="49" charset="-122"/>
                      </a:endParaRPr>
                    </a:p>
                  </a:txBody>
                  <a:tcPr marT="45710" marB="45710"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计算</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t>
                      </a: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=A-1</a:t>
                      </a:r>
                      <a:r>
                        <a:rPr kumimoji="1" lang="en-US" altLang="zh-CN" sz="2400" b="1"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rPr>
                        <a:t> </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endParaRPr>
                    </a:p>
                  </a:txBody>
                  <a:tcPr marT="45710" marB="45710"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400" b="1" i="0" u="none" strike="noStrike" cap="none" normalizeH="0" baseline="0" smtClean="0">
                        <a:ln>
                          <a:noFill/>
                        </a:ln>
                        <a:solidFill>
                          <a:schemeClr val="bg1"/>
                        </a:solidFill>
                        <a:effectLst/>
                        <a:latin typeface="Times New Roman" panose="02020603050405020304" pitchFamily="18" charset="0"/>
                        <a:ea typeface="黑体" panose="02010609060101010101" pitchFamily="49" charset="-122"/>
                      </a:endParaRPr>
                    </a:p>
                  </a:txBody>
                  <a:tcPr marT="45710" marB="45710"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hlink"/>
                    </a:solid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rPr>
                        <a:t>……</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endParaRPr>
                    </a:p>
                  </a:txBody>
                  <a:tcPr marT="45710" marB="45710"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vMerge="1">
                  <a:tcPr/>
                </a:tc>
              </a:tr>
              <a:tr h="822940">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400" b="1" i="0" u="none" strike="noStrike" cap="none" normalizeH="0" baseline="0" smtClean="0">
                        <a:ln>
                          <a:noFill/>
                        </a:ln>
                        <a:solidFill>
                          <a:schemeClr val="hlink"/>
                        </a:solidFill>
                        <a:effectLst/>
                        <a:latin typeface="Times New Roman" panose="02020603050405020304" pitchFamily="18" charset="0"/>
                        <a:ea typeface="黑体" panose="02010609060101010101" pitchFamily="49" charset="-122"/>
                      </a:endParaRPr>
                    </a:p>
                  </a:txBody>
                  <a:tcPr marT="45710" marB="45710"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存盘</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COMMIT</a:t>
                      </a:r>
                      <a:r>
                        <a:rPr kumimoji="1" lang="en-US" altLang="zh-CN" sz="2400" b="1"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rPr>
                        <a:t> </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endParaRPr>
                    </a:p>
                  </a:txBody>
                  <a:tcPr marT="45710" marB="45710"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rPr>
                        <a:t>15</a:t>
                      </a:r>
                      <a:r>
                        <a:rPr kumimoji="1" lang="en-US" altLang="zh-CN" sz="2400" b="1" i="0" u="none" strike="noStrike" cap="none" normalizeH="0" baseline="0" smtClean="0">
                          <a:ln>
                            <a:noFill/>
                          </a:ln>
                          <a:solidFill>
                            <a:schemeClr val="bg1"/>
                          </a:solidFill>
                          <a:effectLst/>
                          <a:latin typeface="Times New Roman" panose="02020603050405020304" pitchFamily="18" charset="0"/>
                          <a:ea typeface="黑体" panose="02010609060101010101" pitchFamily="49" charset="-122"/>
                        </a:rPr>
                        <a:t> </a:t>
                      </a:r>
                      <a:endParaRPr kumimoji="1" lang="en-US" altLang="zh-CN" sz="2400" b="1" i="0" u="none" strike="noStrike" cap="none" normalizeH="0" baseline="0" smtClean="0">
                        <a:ln>
                          <a:noFill/>
                        </a:ln>
                        <a:solidFill>
                          <a:schemeClr val="bg1"/>
                        </a:solidFill>
                        <a:effectLst/>
                        <a:latin typeface="Times New Roman" panose="02020603050405020304" pitchFamily="18" charset="0"/>
                        <a:ea typeface="黑体" panose="02010609060101010101" pitchFamily="49" charset="-122"/>
                      </a:endParaRPr>
                    </a:p>
                  </a:txBody>
                  <a:tcPr marT="45710" marB="45710"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hlink"/>
                    </a:solid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400" b="1"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endParaRPr>
                    </a:p>
                  </a:txBody>
                  <a:tcPr marT="45710" marB="45710"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vMerge="1">
                  <a:tcPr/>
                </a:tc>
              </a:tr>
              <a:tr h="463447">
                <a:tc rowSpan="2">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rPr>
                        <a:t>t4</a:t>
                      </a:r>
                      <a:r>
                        <a:rPr kumimoji="1" lang="en-US" altLang="zh-CN" sz="2400" b="1" i="0" u="none" strike="noStrike" cap="none" normalizeH="0" baseline="0" smtClean="0">
                          <a:ln>
                            <a:noFill/>
                          </a:ln>
                          <a:solidFill>
                            <a:schemeClr val="hlink"/>
                          </a:solidFill>
                          <a:effectLst/>
                          <a:latin typeface="Times New Roman" panose="02020603050405020304" pitchFamily="18" charset="0"/>
                          <a:ea typeface="黑体" panose="02010609060101010101" pitchFamily="49" charset="-122"/>
                        </a:rPr>
                        <a:t> </a:t>
                      </a:r>
                      <a:endParaRPr kumimoji="1" lang="en-US" altLang="zh-CN" sz="2400" b="1" i="0" u="none" strike="noStrike" cap="none" normalizeH="0" baseline="0" smtClean="0">
                        <a:ln>
                          <a:noFill/>
                        </a:ln>
                        <a:solidFill>
                          <a:schemeClr val="hlink"/>
                        </a:solidFill>
                        <a:effectLst/>
                        <a:latin typeface="Times New Roman" panose="02020603050405020304" pitchFamily="18" charset="0"/>
                        <a:ea typeface="黑体" panose="02010609060101010101" pitchFamily="49" charset="-122"/>
                      </a:endParaRPr>
                    </a:p>
                  </a:txBody>
                  <a:tcPr marT="45710" marB="45710"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rowSpan="2">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400" b="1"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endParaRPr>
                    </a:p>
                  </a:txBody>
                  <a:tcPr marT="45710" marB="45710"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rowSpan="2">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rPr>
                        <a:t>15</a:t>
                      </a:r>
                      <a:r>
                        <a:rPr kumimoji="1" lang="en-US" altLang="zh-CN" sz="2400" b="1" i="0" u="none" strike="noStrike" cap="none" normalizeH="0" baseline="0" smtClean="0">
                          <a:ln>
                            <a:noFill/>
                          </a:ln>
                          <a:solidFill>
                            <a:schemeClr val="bg1"/>
                          </a:solidFill>
                          <a:effectLst/>
                          <a:latin typeface="Times New Roman" panose="02020603050405020304" pitchFamily="18" charset="0"/>
                          <a:ea typeface="黑体" panose="02010609060101010101" pitchFamily="49" charset="-122"/>
                        </a:rPr>
                        <a:t> </a:t>
                      </a:r>
                      <a:endParaRPr kumimoji="1" lang="en-US" altLang="zh-CN" sz="2400" b="1" i="0" u="none" strike="noStrike" cap="none" normalizeH="0" baseline="0" smtClean="0">
                        <a:ln>
                          <a:noFill/>
                        </a:ln>
                        <a:solidFill>
                          <a:schemeClr val="bg1"/>
                        </a:solidFill>
                        <a:effectLst/>
                        <a:latin typeface="Times New Roman" panose="02020603050405020304" pitchFamily="18" charset="0"/>
                        <a:ea typeface="黑体" panose="02010609060101010101" pitchFamily="49" charset="-122"/>
                      </a:endParaRPr>
                    </a:p>
                  </a:txBody>
                  <a:tcPr marT="45710" marB="45710"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hlink"/>
                    </a:solid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计算</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t>
                      </a: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=A-1</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0" marB="45710"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vMerge="1">
                  <a:tcPr/>
                </a:tc>
              </a:tr>
              <a:tr h="463447">
                <a:tc vMerge="1">
                  <a:tcPr/>
                </a:tc>
                <a:tc vMerge="1">
                  <a:tcPr/>
                </a:tc>
                <a:tc vMerge="1">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存盘</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COMMIT</a:t>
                      </a:r>
                      <a:r>
                        <a:rPr kumimoji="1" lang="en-US" altLang="zh-CN" sz="2400" b="1"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rPr>
                        <a:t> </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endParaRPr>
                    </a:p>
                  </a:txBody>
                  <a:tcPr marT="45710" marB="45710"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vMerge="1">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1267"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11.1 </a:t>
            </a:r>
            <a:r>
              <a:rPr lang="zh-CN" altLang="en-US" dirty="0"/>
              <a:t>并发控制概述</a:t>
            </a:r>
            <a:endParaRPr lang="zh-CN" altLang="en-US" dirty="0"/>
          </a:p>
        </p:txBody>
      </p:sp>
      <p:sp>
        <p:nvSpPr>
          <p:cNvPr id="11268" name="Rectangle 3"/>
          <p:cNvSpPr>
            <a:spLocks noGrp="1"/>
          </p:cNvSpPr>
          <p:nvPr>
            <p:ph idx="1"/>
          </p:nvPr>
        </p:nvSpPr>
        <p:spPr>
          <a:xfrm>
            <a:off x="152400" y="800100"/>
            <a:ext cx="8839200" cy="5829300"/>
          </a:xfrm>
          <a:ln/>
        </p:spPr>
        <p:txBody>
          <a:bodyPr vert="horz" wrap="square" lIns="91440" tIns="45720" rIns="91440" bIns="45720" anchor="t" anchorCtr="0"/>
          <a:p>
            <a:pPr algn="just" eaLnBrk="1" hangingPunct="1">
              <a:lnSpc>
                <a:spcPct val="120000"/>
              </a:lnSpc>
            </a:pPr>
            <a:r>
              <a:rPr lang="zh-CN" altLang="en-US" sz="2800" dirty="0">
                <a:solidFill>
                  <a:schemeClr val="tx1"/>
                </a:solidFill>
                <a:latin typeface="宋体" panose="02010600030101010101" pitchFamily="2" charset="-122"/>
              </a:rPr>
              <a:t>不可重复读</a:t>
            </a:r>
            <a:endParaRPr lang="zh-CN" altLang="en-US" sz="2800" dirty="0">
              <a:solidFill>
                <a:schemeClr val="tx1"/>
              </a:solidFill>
              <a:latin typeface="宋体" panose="02010600030101010101" pitchFamily="2" charset="-122"/>
            </a:endParaRPr>
          </a:p>
          <a:p>
            <a:pPr algn="just" eaLnBrk="1" hangingPunct="1">
              <a:lnSpc>
                <a:spcPct val="120000"/>
              </a:lnSpc>
              <a:buNone/>
            </a:pPr>
            <a:r>
              <a:rPr lang="zh-CN" altLang="en-US" sz="2800" dirty="0">
                <a:latin typeface="宋体" panose="02010600030101010101" pitchFamily="2" charset="-122"/>
              </a:rPr>
              <a:t>	</a:t>
            </a:r>
            <a:r>
              <a:rPr lang="zh-CN" altLang="en-US" sz="2800" dirty="0">
                <a:solidFill>
                  <a:schemeClr val="tx1"/>
                </a:solidFill>
                <a:latin typeface="宋体" panose="02010600030101010101" pitchFamily="2" charset="-122"/>
              </a:rPr>
              <a:t>不可重复读是指事务</a:t>
            </a:r>
            <a:r>
              <a:rPr lang="en-US" altLang="zh-CN" sz="2800" dirty="0">
                <a:solidFill>
                  <a:schemeClr val="tx1"/>
                </a:solidFill>
              </a:rPr>
              <a:t>1</a:t>
            </a:r>
            <a:r>
              <a:rPr lang="zh-CN" altLang="en-US" sz="2800" dirty="0">
                <a:solidFill>
                  <a:schemeClr val="tx1"/>
                </a:solidFill>
                <a:latin typeface="宋体" panose="02010600030101010101" pitchFamily="2" charset="-122"/>
              </a:rPr>
              <a:t>读取数据后，事务</a:t>
            </a:r>
            <a:r>
              <a:rPr lang="en-US" altLang="zh-CN" sz="2800" dirty="0">
                <a:solidFill>
                  <a:schemeClr val="tx1"/>
                </a:solidFill>
              </a:rPr>
              <a:t>2</a:t>
            </a:r>
            <a:r>
              <a:rPr lang="zh-CN" altLang="en-US" sz="2800" dirty="0">
                <a:solidFill>
                  <a:schemeClr val="tx1"/>
                </a:solidFill>
                <a:latin typeface="宋体" panose="02010600030101010101" pitchFamily="2" charset="-122"/>
              </a:rPr>
              <a:t>执行更新操作，使事务</a:t>
            </a:r>
            <a:r>
              <a:rPr lang="en-US" altLang="zh-CN" sz="2800" dirty="0">
                <a:solidFill>
                  <a:schemeClr val="tx1"/>
                </a:solidFill>
              </a:rPr>
              <a:t>1</a:t>
            </a:r>
            <a:r>
              <a:rPr lang="zh-CN" altLang="en-US" sz="2800" dirty="0">
                <a:solidFill>
                  <a:schemeClr val="tx1"/>
                </a:solidFill>
                <a:latin typeface="宋体" panose="02010600030101010101" pitchFamily="2" charset="-122"/>
              </a:rPr>
              <a:t>无法再现前一次读取结果。具体地讲，不可重复读包括三种情况：</a:t>
            </a:r>
            <a:endParaRPr lang="zh-CN" altLang="en-US" sz="2800" dirty="0">
              <a:solidFill>
                <a:schemeClr val="tx1"/>
              </a:solidFill>
              <a:latin typeface="宋体" panose="02010600030101010101" pitchFamily="2" charset="-122"/>
            </a:endParaRPr>
          </a:p>
          <a:p>
            <a:pPr lvl="1" algn="just" eaLnBrk="1" hangingPunct="1">
              <a:lnSpc>
                <a:spcPct val="120000"/>
              </a:lnSpc>
            </a:pPr>
            <a:r>
              <a:rPr lang="zh-CN" altLang="en-US" sz="2400" dirty="0">
                <a:latin typeface="宋体" panose="02010600030101010101" pitchFamily="2" charset="-122"/>
              </a:rPr>
              <a:t>事务</a:t>
            </a:r>
            <a:r>
              <a:rPr lang="en-US" altLang="zh-CN" sz="2400" dirty="0"/>
              <a:t>2</a:t>
            </a:r>
            <a:r>
              <a:rPr lang="zh-CN" altLang="en-US" sz="2400" dirty="0">
                <a:latin typeface="宋体" panose="02010600030101010101" pitchFamily="2" charset="-122"/>
              </a:rPr>
              <a:t>修改了事务</a:t>
            </a:r>
            <a:r>
              <a:rPr lang="en-US" altLang="zh-CN" sz="2400" dirty="0"/>
              <a:t>1</a:t>
            </a:r>
            <a:r>
              <a:rPr lang="zh-CN" altLang="en-US" sz="2400" dirty="0">
                <a:latin typeface="宋体" panose="02010600030101010101" pitchFamily="2" charset="-122"/>
              </a:rPr>
              <a:t>所读数据，当事务</a:t>
            </a:r>
            <a:r>
              <a:rPr lang="en-US" altLang="zh-CN" sz="2400" dirty="0"/>
              <a:t>1</a:t>
            </a:r>
            <a:r>
              <a:rPr lang="zh-CN" altLang="en-US" sz="2400" dirty="0">
                <a:latin typeface="宋体" panose="02010600030101010101" pitchFamily="2" charset="-122"/>
              </a:rPr>
              <a:t>再次读该数据时，得到与前一次不同的值。</a:t>
            </a:r>
            <a:endParaRPr lang="zh-CN" altLang="en-US" sz="2400" dirty="0">
              <a:latin typeface="宋体" panose="02010600030101010101" pitchFamily="2" charset="-122"/>
            </a:endParaRPr>
          </a:p>
          <a:p>
            <a:pPr lvl="1" algn="just" eaLnBrk="1" hangingPunct="1">
              <a:lnSpc>
                <a:spcPct val="120000"/>
              </a:lnSpc>
            </a:pPr>
            <a:r>
              <a:rPr lang="zh-CN" altLang="en-US" sz="2400" dirty="0">
                <a:latin typeface="宋体" panose="02010600030101010101" pitchFamily="2" charset="-122"/>
              </a:rPr>
              <a:t>事务</a:t>
            </a:r>
            <a:r>
              <a:rPr lang="en-US" altLang="zh-CN" sz="2400" dirty="0"/>
              <a:t>1</a:t>
            </a:r>
            <a:r>
              <a:rPr lang="zh-CN" altLang="en-US" sz="2400" dirty="0">
                <a:latin typeface="宋体" panose="02010600030101010101" pitchFamily="2" charset="-122"/>
              </a:rPr>
              <a:t>按一定条件从数据库中读取某些数据记录后，事务</a:t>
            </a:r>
            <a:r>
              <a:rPr lang="en-US" altLang="zh-CN" sz="2400" dirty="0"/>
              <a:t>2</a:t>
            </a:r>
            <a:r>
              <a:rPr lang="zh-CN" altLang="en-US" sz="2400" dirty="0">
                <a:latin typeface="宋体" panose="02010600030101010101" pitchFamily="2" charset="-122"/>
              </a:rPr>
              <a:t>删除了其中部分记录，当事务</a:t>
            </a:r>
            <a:r>
              <a:rPr lang="en-US" altLang="zh-CN" sz="2400" dirty="0"/>
              <a:t>1</a:t>
            </a:r>
            <a:r>
              <a:rPr lang="zh-CN" altLang="en-US" sz="2400" dirty="0">
                <a:latin typeface="宋体" panose="02010600030101010101" pitchFamily="2" charset="-122"/>
              </a:rPr>
              <a:t>再次按相同条件读取数据时，发现某些记录神秘地消失了。</a:t>
            </a:r>
            <a:endParaRPr lang="zh-CN" altLang="en-US" sz="2400" dirty="0">
              <a:latin typeface="宋体" panose="02010600030101010101" pitchFamily="2" charset="-122"/>
            </a:endParaRPr>
          </a:p>
          <a:p>
            <a:pPr lvl="1" algn="just" eaLnBrk="1" hangingPunct="1">
              <a:lnSpc>
                <a:spcPct val="120000"/>
              </a:lnSpc>
            </a:pPr>
            <a:r>
              <a:rPr lang="zh-CN" altLang="en-US" sz="2400" dirty="0">
                <a:latin typeface="宋体" panose="02010600030101010101" pitchFamily="2" charset="-122"/>
              </a:rPr>
              <a:t>事务</a:t>
            </a:r>
            <a:r>
              <a:rPr lang="en-US" altLang="zh-CN" sz="2400" dirty="0"/>
              <a:t>1</a:t>
            </a:r>
            <a:r>
              <a:rPr lang="zh-CN" altLang="en-US" sz="2400" dirty="0">
                <a:latin typeface="宋体" panose="02010600030101010101" pitchFamily="2" charset="-122"/>
              </a:rPr>
              <a:t>按一定条件从数据库中读取某些数据记录后，事务</a:t>
            </a:r>
            <a:r>
              <a:rPr lang="en-US" altLang="zh-CN" sz="2400" dirty="0"/>
              <a:t>2</a:t>
            </a:r>
            <a:r>
              <a:rPr lang="zh-CN" altLang="en-US" sz="2400" dirty="0">
                <a:latin typeface="宋体" panose="02010600030101010101" pitchFamily="2" charset="-122"/>
              </a:rPr>
              <a:t>插入了一些记录，当事务</a:t>
            </a:r>
            <a:r>
              <a:rPr lang="en-US" altLang="zh-CN" sz="2400" dirty="0"/>
              <a:t>1</a:t>
            </a:r>
            <a:r>
              <a:rPr lang="zh-CN" altLang="en-US" sz="2400" dirty="0">
                <a:latin typeface="宋体" panose="02010600030101010101" pitchFamily="2" charset="-122"/>
              </a:rPr>
              <a:t>再次按相同条件读取数据时，发现多了一些记录。</a:t>
            </a:r>
            <a:endParaRPr lang="zh-CN" altLang="en-US" sz="2400" dirty="0">
              <a:latin typeface="宋体" panose="02010600030101010101"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2291" name="Rectangle 1026"/>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11.1 </a:t>
            </a:r>
            <a:r>
              <a:rPr lang="zh-CN" altLang="en-US" dirty="0"/>
              <a:t>并发控制概述</a:t>
            </a:r>
            <a:endParaRPr lang="zh-CN" altLang="en-US" dirty="0"/>
          </a:p>
        </p:txBody>
      </p:sp>
      <p:sp>
        <p:nvSpPr>
          <p:cNvPr id="12292" name="Rectangle 1027"/>
          <p:cNvSpPr>
            <a:spLocks noGrp="1"/>
          </p:cNvSpPr>
          <p:nvPr>
            <p:ph idx="1"/>
          </p:nvPr>
        </p:nvSpPr>
        <p:spPr>
          <a:xfrm>
            <a:off x="152400" y="762000"/>
            <a:ext cx="8839200" cy="800100"/>
          </a:xfrm>
          <a:ln/>
        </p:spPr>
        <p:txBody>
          <a:bodyPr vert="horz" wrap="square" lIns="91440" tIns="45720" rIns="91440" bIns="45720" anchor="t" anchorCtr="0"/>
          <a:p>
            <a:pPr algn="just" eaLnBrk="1" hangingPunct="1">
              <a:lnSpc>
                <a:spcPct val="120000"/>
              </a:lnSpc>
            </a:pPr>
            <a:r>
              <a:rPr lang="zh-CN" altLang="en-US" dirty="0">
                <a:solidFill>
                  <a:schemeClr val="tx1"/>
                </a:solidFill>
                <a:latin typeface="宋体" panose="02010600030101010101" pitchFamily="2" charset="-122"/>
              </a:rPr>
              <a:t>不可重复读举例</a:t>
            </a:r>
            <a:r>
              <a:rPr lang="en-US" altLang="zh-CN" dirty="0">
                <a:solidFill>
                  <a:schemeClr val="tx1"/>
                </a:solidFill>
                <a:latin typeface="宋体" panose="02010600030101010101" pitchFamily="2" charset="-122"/>
              </a:rPr>
              <a:t>(1)</a:t>
            </a:r>
            <a:endParaRPr lang="en-US" altLang="zh-CN" dirty="0">
              <a:solidFill>
                <a:schemeClr val="tx1"/>
              </a:solidFill>
              <a:latin typeface="宋体" panose="02010600030101010101" pitchFamily="2" charset="-122"/>
            </a:endParaRPr>
          </a:p>
        </p:txBody>
      </p:sp>
      <p:graphicFrame>
        <p:nvGraphicFramePr>
          <p:cNvPr id="325670" name="Group 1062"/>
          <p:cNvGraphicFramePr>
            <a:graphicFrameLocks noGrp="1"/>
          </p:cNvGraphicFramePr>
          <p:nvPr/>
        </p:nvGraphicFramePr>
        <p:xfrm>
          <a:off x="304800" y="1524000"/>
          <a:ext cx="8686800" cy="4949825"/>
        </p:xfrm>
        <a:graphic>
          <a:graphicData uri="http://schemas.openxmlformats.org/drawingml/2006/table">
            <a:tbl>
              <a:tblPr/>
              <a:tblGrid>
                <a:gridCol w="1022350"/>
                <a:gridCol w="3930650"/>
                <a:gridCol w="3733800"/>
              </a:tblGrid>
              <a:tr h="506198">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rPr>
                        <a:t>时间 </a:t>
                      </a:r>
                      <a:endParaRPr kumimoji="1" lang="zh-CN" altLang="en-US" sz="24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endParaRPr>
                    </a:p>
                  </a:txBody>
                  <a:tcPr marT="45701" marB="4570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rPr>
                        <a:t>T</a:t>
                      </a:r>
                      <a:r>
                        <a:rPr kumimoji="1" lang="en-US" altLang="zh-CN" sz="2400" b="1" i="0" u="none" strike="noStrike" cap="none" normalizeH="0" baseline="-30000" smtClean="0">
                          <a:ln>
                            <a:noFill/>
                          </a:ln>
                          <a:solidFill>
                            <a:srgbClr val="FF0000"/>
                          </a:solidFill>
                          <a:effectLst/>
                          <a:latin typeface="Times New Roman" panose="02020603050405020304" pitchFamily="18" charset="0"/>
                          <a:ea typeface="宋体" panose="02010600030101010101" pitchFamily="2" charset="-122"/>
                        </a:rPr>
                        <a:t>1</a:t>
                      </a:r>
                      <a:r>
                        <a:rPr kumimoji="1" lang="en-US" altLang="zh-CN" sz="24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rPr>
                        <a:t> </a:t>
                      </a:r>
                      <a:endParaRPr kumimoji="1" lang="en-US" altLang="zh-CN" sz="24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endParaRPr>
                    </a:p>
                  </a:txBody>
                  <a:tcPr marT="45701" marB="4570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rPr>
                        <a:t>T2 </a:t>
                      </a:r>
                      <a:endParaRPr kumimoji="1" lang="en-US" altLang="zh-CN" sz="24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endParaRPr>
                    </a:p>
                  </a:txBody>
                  <a:tcPr marT="45701" marB="4570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1334914">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rPr>
                        <a:t>t1 </a:t>
                      </a:r>
                      <a:endPar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endParaRPr>
                    </a:p>
                  </a:txBody>
                  <a:tcPr marT="45701" marB="4570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读</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A=50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读</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B=100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求和</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=150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1" marB="4570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1" marB="4570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1334914">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rPr>
                        <a:t>t2 </a:t>
                      </a:r>
                      <a:endPar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endParaRPr>
                    </a:p>
                  </a:txBody>
                  <a:tcPr marT="45701" marB="4570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1" marB="4570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读</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B=100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B←B*2</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写回</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B=200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1" marB="4570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1773800">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rPr>
                        <a:t>t3 </a:t>
                      </a:r>
                      <a:endPar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endParaRPr>
                    </a:p>
                  </a:txBody>
                  <a:tcPr marT="45701" marB="4570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读</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A=50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读</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B=200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a:t>
                      </a: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求和</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=250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t>
                      </a: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验算不对</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1" marB="4570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1" marB="4570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3315"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11.1 </a:t>
            </a:r>
            <a:r>
              <a:rPr lang="zh-CN" altLang="en-US" dirty="0"/>
              <a:t>并发控制概述</a:t>
            </a:r>
            <a:endParaRPr lang="zh-CN" altLang="en-US" dirty="0"/>
          </a:p>
        </p:txBody>
      </p:sp>
      <p:sp>
        <p:nvSpPr>
          <p:cNvPr id="13316" name="Rectangle 3"/>
          <p:cNvSpPr>
            <a:spLocks noGrp="1"/>
          </p:cNvSpPr>
          <p:nvPr>
            <p:ph idx="1"/>
          </p:nvPr>
        </p:nvSpPr>
        <p:spPr>
          <a:xfrm>
            <a:off x="152400" y="762000"/>
            <a:ext cx="8839200" cy="800100"/>
          </a:xfrm>
          <a:ln/>
        </p:spPr>
        <p:txBody>
          <a:bodyPr vert="horz" wrap="square" lIns="91440" tIns="45720" rIns="91440" bIns="45720" anchor="t" anchorCtr="0"/>
          <a:p>
            <a:pPr algn="just" eaLnBrk="1" hangingPunct="1">
              <a:lnSpc>
                <a:spcPct val="120000"/>
              </a:lnSpc>
            </a:pPr>
            <a:r>
              <a:rPr lang="zh-CN" altLang="en-US" dirty="0">
                <a:solidFill>
                  <a:schemeClr val="tx1"/>
                </a:solidFill>
                <a:latin typeface="宋体" panose="02010600030101010101" pitchFamily="2" charset="-122"/>
              </a:rPr>
              <a:t>不可重复读举例</a:t>
            </a:r>
            <a:r>
              <a:rPr lang="en-US" altLang="zh-CN" dirty="0">
                <a:solidFill>
                  <a:schemeClr val="tx1"/>
                </a:solidFill>
                <a:latin typeface="宋体" panose="02010600030101010101" pitchFamily="2" charset="-122"/>
              </a:rPr>
              <a:t>(2)</a:t>
            </a:r>
            <a:endParaRPr lang="en-US" altLang="zh-CN" dirty="0">
              <a:solidFill>
                <a:schemeClr val="tx1"/>
              </a:solidFill>
              <a:latin typeface="宋体" panose="02010600030101010101" pitchFamily="2" charset="-122"/>
            </a:endParaRPr>
          </a:p>
        </p:txBody>
      </p:sp>
      <p:graphicFrame>
        <p:nvGraphicFramePr>
          <p:cNvPr id="306236" name="Group 60"/>
          <p:cNvGraphicFramePr>
            <a:graphicFrameLocks noGrp="1"/>
          </p:cNvGraphicFramePr>
          <p:nvPr/>
        </p:nvGraphicFramePr>
        <p:xfrm>
          <a:off x="304800" y="1524000"/>
          <a:ext cx="8686800" cy="4171950"/>
        </p:xfrm>
        <a:graphic>
          <a:graphicData uri="http://schemas.openxmlformats.org/drawingml/2006/table">
            <a:tbl>
              <a:tblPr/>
              <a:tblGrid>
                <a:gridCol w="1022350"/>
                <a:gridCol w="3930650"/>
                <a:gridCol w="3733800"/>
              </a:tblGrid>
              <a:tr h="506413">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rPr>
                        <a:t>时间 </a:t>
                      </a:r>
                      <a:endParaRPr kumimoji="1" lang="zh-CN" altLang="en-US" sz="24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rPr>
                        <a:t>T</a:t>
                      </a:r>
                      <a:r>
                        <a:rPr kumimoji="1" lang="en-US" altLang="zh-CN" sz="2400" b="1" i="0" u="none" strike="noStrike" cap="none" normalizeH="0" baseline="-30000" smtClean="0">
                          <a:ln>
                            <a:noFill/>
                          </a:ln>
                          <a:solidFill>
                            <a:srgbClr val="FF0000"/>
                          </a:solidFill>
                          <a:effectLst/>
                          <a:latin typeface="Times New Roman" panose="02020603050405020304" pitchFamily="18" charset="0"/>
                          <a:ea typeface="宋体" panose="02010600030101010101" pitchFamily="2" charset="-122"/>
                        </a:rPr>
                        <a:t>1</a:t>
                      </a:r>
                      <a:r>
                        <a:rPr kumimoji="1" lang="en-US" altLang="zh-CN" sz="24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rPr>
                        <a:t> </a:t>
                      </a:r>
                      <a:endParaRPr kumimoji="1" lang="en-US" altLang="zh-CN" sz="24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rPr>
                        <a:t>T2 </a:t>
                      </a:r>
                      <a:endParaRPr kumimoji="1" lang="en-US" altLang="zh-CN" sz="24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941388">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rPr>
                        <a:t>t1 </a:t>
                      </a:r>
                      <a:endPar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读</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S=1</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读</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N</a:t>
                      </a: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＝’张岁丰’</a:t>
                      </a:r>
                      <a:endPar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1066800">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rPr>
                        <a:t>t2 </a:t>
                      </a:r>
                      <a:endPar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读</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S=1</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Set S=200501 Where S=1</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990600">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rPr>
                        <a:t>t3 </a:t>
                      </a:r>
                      <a:endPar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Set N=‘</a:t>
                      </a: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张三丰’  </a:t>
                      </a:r>
                      <a:r>
                        <a:rPr kumimoji="1" lang="en-US" altLang="zh-CN" sz="24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rPr>
                        <a:t>Where S=1</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666750">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事务</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T1</a:t>
                      </a: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验算结果不正确 </a:t>
                      </a:r>
                      <a:endPar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4339"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11.1 </a:t>
            </a:r>
            <a:r>
              <a:rPr lang="zh-CN" altLang="en-US" dirty="0"/>
              <a:t>并发控制概述</a:t>
            </a:r>
            <a:endParaRPr lang="zh-CN" altLang="en-US" dirty="0"/>
          </a:p>
        </p:txBody>
      </p:sp>
      <p:sp>
        <p:nvSpPr>
          <p:cNvPr id="14340" name="Rectangle 3"/>
          <p:cNvSpPr>
            <a:spLocks noGrp="1"/>
          </p:cNvSpPr>
          <p:nvPr>
            <p:ph idx="1"/>
          </p:nvPr>
        </p:nvSpPr>
        <p:spPr>
          <a:xfrm>
            <a:off x="152400" y="838200"/>
            <a:ext cx="8839200" cy="5638800"/>
          </a:xfrm>
          <a:ln/>
        </p:spPr>
        <p:txBody>
          <a:bodyPr vert="horz" wrap="square" lIns="91440" tIns="45720" rIns="91440" bIns="45720" anchor="t" anchorCtr="0"/>
          <a:p>
            <a:pPr algn="just" eaLnBrk="1" hangingPunct="1">
              <a:lnSpc>
                <a:spcPct val="120000"/>
              </a:lnSpc>
            </a:pPr>
            <a:r>
              <a:rPr lang="zh-CN" altLang="en-US" dirty="0">
                <a:solidFill>
                  <a:schemeClr val="tx1"/>
                </a:solidFill>
                <a:latin typeface="宋体" panose="02010600030101010101" pitchFamily="2" charset="-122"/>
              </a:rPr>
              <a:t>读</a:t>
            </a:r>
            <a:r>
              <a:rPr lang="zh-CN" altLang="en-US" dirty="0">
                <a:solidFill>
                  <a:schemeClr val="tx1"/>
                </a:solidFill>
              </a:rPr>
              <a:t>“</a:t>
            </a:r>
            <a:r>
              <a:rPr lang="zh-CN" altLang="en-US" dirty="0">
                <a:solidFill>
                  <a:schemeClr val="tx1"/>
                </a:solidFill>
                <a:latin typeface="宋体" panose="02010600030101010101" pitchFamily="2" charset="-122"/>
              </a:rPr>
              <a:t>脏</a:t>
            </a:r>
            <a:r>
              <a:rPr lang="zh-CN" altLang="en-US" dirty="0">
                <a:solidFill>
                  <a:schemeClr val="tx1"/>
                </a:solidFill>
              </a:rPr>
              <a:t>”</a:t>
            </a:r>
            <a:r>
              <a:rPr lang="zh-CN" altLang="en-US" dirty="0">
                <a:solidFill>
                  <a:schemeClr val="tx1"/>
                </a:solidFill>
                <a:latin typeface="宋体" panose="02010600030101010101" pitchFamily="2" charset="-122"/>
              </a:rPr>
              <a:t>数据</a:t>
            </a:r>
            <a:endParaRPr lang="zh-CN" altLang="en-US" dirty="0">
              <a:solidFill>
                <a:schemeClr val="tx1"/>
              </a:solidFill>
              <a:latin typeface="宋体" panose="02010600030101010101" pitchFamily="2" charset="-122"/>
            </a:endParaRPr>
          </a:p>
          <a:p>
            <a:pPr lvl="1" algn="just" eaLnBrk="1" hangingPunct="1">
              <a:lnSpc>
                <a:spcPct val="120000"/>
              </a:lnSpc>
            </a:pPr>
            <a:r>
              <a:rPr lang="zh-CN" altLang="en-US" dirty="0">
                <a:latin typeface="宋体" panose="02010600030101010101" pitchFamily="2" charset="-122"/>
              </a:rPr>
              <a:t>事务</a:t>
            </a:r>
            <a:r>
              <a:rPr lang="en-US" altLang="zh-CN" dirty="0"/>
              <a:t>1</a:t>
            </a:r>
            <a:r>
              <a:rPr lang="zh-CN" altLang="en-US" dirty="0">
                <a:latin typeface="宋体" panose="02010600030101010101" pitchFamily="2" charset="-122"/>
              </a:rPr>
              <a:t>修改某一数据，并将其写回磁盘</a:t>
            </a:r>
            <a:endParaRPr lang="zh-CN" altLang="en-US" dirty="0">
              <a:latin typeface="宋体" panose="02010600030101010101" pitchFamily="2" charset="-122"/>
            </a:endParaRPr>
          </a:p>
          <a:p>
            <a:pPr lvl="1" algn="just" eaLnBrk="1" hangingPunct="1">
              <a:lnSpc>
                <a:spcPct val="120000"/>
              </a:lnSpc>
            </a:pPr>
            <a:r>
              <a:rPr lang="zh-CN" altLang="en-US" dirty="0">
                <a:latin typeface="宋体" panose="02010600030101010101" pitchFamily="2" charset="-122"/>
              </a:rPr>
              <a:t>事务</a:t>
            </a:r>
            <a:r>
              <a:rPr lang="en-US" altLang="zh-CN" dirty="0"/>
              <a:t>2</a:t>
            </a:r>
            <a:r>
              <a:rPr lang="zh-CN" altLang="en-US" dirty="0">
                <a:latin typeface="宋体" panose="02010600030101010101" pitchFamily="2" charset="-122"/>
              </a:rPr>
              <a:t>读取同一数据后</a:t>
            </a:r>
            <a:r>
              <a:rPr lang="en-US" altLang="zh-CN" dirty="0">
                <a:latin typeface="宋体" panose="02010600030101010101" pitchFamily="2" charset="-122"/>
              </a:rPr>
              <a:t>,</a:t>
            </a:r>
            <a:r>
              <a:rPr lang="zh-CN" altLang="en-US" dirty="0">
                <a:latin typeface="宋体" panose="02010600030101010101" pitchFamily="2" charset="-122"/>
              </a:rPr>
              <a:t>事务</a:t>
            </a:r>
            <a:r>
              <a:rPr lang="en-US" altLang="zh-CN" dirty="0">
                <a:latin typeface="宋体" panose="02010600030101010101" pitchFamily="2" charset="-122"/>
              </a:rPr>
              <a:t>1</a:t>
            </a:r>
            <a:r>
              <a:rPr lang="zh-CN" altLang="en-US" dirty="0">
                <a:latin typeface="宋体" panose="02010600030101010101" pitchFamily="2" charset="-122"/>
              </a:rPr>
              <a:t>由于某种原因被撤消</a:t>
            </a:r>
            <a:r>
              <a:rPr lang="en-US" altLang="zh-CN" dirty="0">
                <a:latin typeface="宋体" panose="02010600030101010101" pitchFamily="2" charset="-122"/>
              </a:rPr>
              <a:t>.</a:t>
            </a:r>
            <a:r>
              <a:rPr lang="zh-CN" altLang="en-US" dirty="0">
                <a:latin typeface="宋体" panose="02010600030101010101" pitchFamily="2" charset="-122"/>
              </a:rPr>
              <a:t>，这时事务</a:t>
            </a:r>
            <a:r>
              <a:rPr lang="en-US" altLang="zh-CN" dirty="0"/>
              <a:t>1</a:t>
            </a:r>
            <a:r>
              <a:rPr lang="zh-CN" altLang="en-US" dirty="0">
                <a:latin typeface="宋体" panose="02010600030101010101" pitchFamily="2" charset="-122"/>
              </a:rPr>
              <a:t>已修改过的数据被恢复原值</a:t>
            </a:r>
            <a:endParaRPr lang="zh-CN" altLang="en-US" dirty="0">
              <a:latin typeface="宋体" panose="02010600030101010101" pitchFamily="2" charset="-122"/>
            </a:endParaRPr>
          </a:p>
          <a:p>
            <a:pPr lvl="1" algn="just" eaLnBrk="1" hangingPunct="1">
              <a:lnSpc>
                <a:spcPct val="120000"/>
              </a:lnSpc>
            </a:pPr>
            <a:r>
              <a:rPr lang="zh-CN" altLang="en-US" dirty="0">
                <a:latin typeface="宋体" panose="02010600030101010101" pitchFamily="2" charset="-122"/>
              </a:rPr>
              <a:t>事务</a:t>
            </a:r>
            <a:r>
              <a:rPr lang="en-US" altLang="zh-CN" dirty="0"/>
              <a:t>2</a:t>
            </a:r>
            <a:r>
              <a:rPr lang="zh-CN" altLang="en-US" dirty="0">
                <a:latin typeface="宋体" panose="02010600030101010101" pitchFamily="2" charset="-122"/>
              </a:rPr>
              <a:t>读到的不稳定的瞬间数据就与数据库中的数据不一致，是不正确的数据，又称为</a:t>
            </a:r>
            <a:r>
              <a:rPr lang="zh-CN" altLang="en-US" dirty="0"/>
              <a:t>“</a:t>
            </a:r>
            <a:r>
              <a:rPr lang="zh-CN" altLang="en-US" dirty="0">
                <a:latin typeface="宋体" panose="02010600030101010101" pitchFamily="2" charset="-122"/>
              </a:rPr>
              <a:t>脏</a:t>
            </a:r>
            <a:r>
              <a:rPr lang="zh-CN" altLang="en-US" dirty="0"/>
              <a:t>”</a:t>
            </a:r>
            <a:r>
              <a:rPr lang="zh-CN" altLang="en-US" dirty="0">
                <a:latin typeface="宋体" panose="02010600030101010101" pitchFamily="2" charset="-122"/>
              </a:rPr>
              <a:t>数据。</a:t>
            </a:r>
            <a:endParaRPr lang="zh-CN" altLang="en-US" dirty="0">
              <a:latin typeface="宋体" panose="02010600030101010101" pitchFamily="2"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5363"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11.1 </a:t>
            </a:r>
            <a:r>
              <a:rPr lang="zh-CN" altLang="en-US" dirty="0"/>
              <a:t>并发控制概述</a:t>
            </a:r>
            <a:endParaRPr lang="zh-CN" altLang="en-US" dirty="0"/>
          </a:p>
        </p:txBody>
      </p:sp>
      <p:sp>
        <p:nvSpPr>
          <p:cNvPr id="15364" name="Rectangle 3"/>
          <p:cNvSpPr>
            <a:spLocks noGrp="1"/>
          </p:cNvSpPr>
          <p:nvPr>
            <p:ph idx="1"/>
          </p:nvPr>
        </p:nvSpPr>
        <p:spPr>
          <a:xfrm>
            <a:off x="381000" y="838200"/>
            <a:ext cx="8369300" cy="5715000"/>
          </a:xfrm>
          <a:ln/>
        </p:spPr>
        <p:txBody>
          <a:bodyPr vert="horz" wrap="square" lIns="91440" tIns="45720" rIns="91440" bIns="45720" anchor="t" anchorCtr="0"/>
          <a:p>
            <a:pPr algn="just" eaLnBrk="1" hangingPunct="1">
              <a:lnSpc>
                <a:spcPct val="105000"/>
              </a:lnSpc>
            </a:pPr>
            <a:r>
              <a:rPr lang="zh-CN" altLang="en-US" sz="2800" dirty="0">
                <a:solidFill>
                  <a:schemeClr val="tx1"/>
                </a:solidFill>
                <a:latin typeface="宋体" panose="02010600030101010101" pitchFamily="2" charset="-122"/>
              </a:rPr>
              <a:t>产生三类数据不一致的原因</a:t>
            </a:r>
            <a:endParaRPr lang="zh-CN" altLang="en-US" sz="2800" dirty="0">
              <a:solidFill>
                <a:schemeClr val="tx1"/>
              </a:solidFill>
              <a:latin typeface="宋体" panose="02010600030101010101" pitchFamily="2" charset="-122"/>
            </a:endParaRPr>
          </a:p>
          <a:p>
            <a:pPr lvl="1" algn="just" eaLnBrk="1" hangingPunct="1">
              <a:lnSpc>
                <a:spcPct val="105000"/>
              </a:lnSpc>
            </a:pPr>
            <a:r>
              <a:rPr lang="zh-CN" altLang="en-US" sz="2400" dirty="0">
                <a:latin typeface="宋体" panose="02010600030101010101" pitchFamily="2" charset="-122"/>
              </a:rPr>
              <a:t>并发操作破坏了事务的隔离性</a:t>
            </a:r>
            <a:endParaRPr lang="zh-CN" altLang="en-US" sz="2400" dirty="0">
              <a:latin typeface="宋体" panose="02010600030101010101" pitchFamily="2" charset="-122"/>
            </a:endParaRPr>
          </a:p>
          <a:p>
            <a:pPr lvl="1" algn="just" eaLnBrk="1" hangingPunct="1">
              <a:lnSpc>
                <a:spcPct val="105000"/>
              </a:lnSpc>
            </a:pPr>
            <a:r>
              <a:rPr lang="zh-CN" altLang="en-US" sz="2400" dirty="0">
                <a:latin typeface="宋体" panose="02010600030101010101" pitchFamily="2" charset="-122"/>
              </a:rPr>
              <a:t>必须对并发的一事务加以控制才能避免此类现象</a:t>
            </a:r>
            <a:endParaRPr lang="zh-CN" altLang="en-US" sz="2400" dirty="0">
              <a:latin typeface="宋体" panose="02010600030101010101" pitchFamily="2" charset="-122"/>
            </a:endParaRPr>
          </a:p>
          <a:p>
            <a:pPr algn="just" eaLnBrk="1" hangingPunct="1">
              <a:lnSpc>
                <a:spcPct val="105000"/>
              </a:lnSpc>
            </a:pPr>
            <a:r>
              <a:rPr lang="zh-CN" altLang="en-US" sz="2800" dirty="0">
                <a:solidFill>
                  <a:schemeClr val="tx1"/>
                </a:solidFill>
                <a:latin typeface="宋体" panose="02010600030101010101" pitchFamily="2" charset="-122"/>
              </a:rPr>
              <a:t>并发控制机制的任务</a:t>
            </a:r>
            <a:endParaRPr lang="zh-CN" altLang="en-US" sz="2800" dirty="0">
              <a:solidFill>
                <a:schemeClr val="tx1"/>
              </a:solidFill>
              <a:latin typeface="宋体" panose="02010600030101010101" pitchFamily="2" charset="-122"/>
            </a:endParaRPr>
          </a:p>
          <a:p>
            <a:pPr lvl="1" algn="just" eaLnBrk="1" hangingPunct="1">
              <a:lnSpc>
                <a:spcPct val="105000"/>
              </a:lnSpc>
            </a:pPr>
            <a:r>
              <a:rPr lang="zh-CN" altLang="en-US" sz="2400" dirty="0"/>
              <a:t>对并发操作进行正确调度</a:t>
            </a:r>
            <a:endParaRPr lang="zh-CN" altLang="en-US" sz="2400" dirty="0"/>
          </a:p>
          <a:p>
            <a:pPr lvl="1" algn="just" eaLnBrk="1" hangingPunct="1">
              <a:lnSpc>
                <a:spcPct val="105000"/>
              </a:lnSpc>
            </a:pPr>
            <a:r>
              <a:rPr lang="zh-CN" altLang="en-US" sz="2400" dirty="0"/>
              <a:t>保证事务的隔离性</a:t>
            </a:r>
            <a:endParaRPr lang="zh-CN" altLang="en-US" sz="2400" dirty="0"/>
          </a:p>
          <a:p>
            <a:pPr lvl="1" algn="just" eaLnBrk="1" hangingPunct="1">
              <a:lnSpc>
                <a:spcPct val="105000"/>
              </a:lnSpc>
            </a:pPr>
            <a:r>
              <a:rPr lang="zh-CN" altLang="en-US" sz="2400" dirty="0"/>
              <a:t>保证数据库的一致性</a:t>
            </a:r>
            <a:endParaRPr lang="zh-CN" altLang="en-US" sz="2400" dirty="0"/>
          </a:p>
          <a:p>
            <a:pPr algn="just" eaLnBrk="1" hangingPunct="1">
              <a:lnSpc>
                <a:spcPct val="105000"/>
              </a:lnSpc>
            </a:pPr>
            <a:r>
              <a:rPr lang="zh-CN" altLang="en-US" sz="2800" dirty="0">
                <a:solidFill>
                  <a:schemeClr val="tx1"/>
                </a:solidFill>
              </a:rPr>
              <a:t>并发控制的方法</a:t>
            </a:r>
            <a:endParaRPr lang="zh-CN" altLang="en-US" sz="2800" dirty="0">
              <a:solidFill>
                <a:schemeClr val="tx1"/>
              </a:solidFill>
            </a:endParaRPr>
          </a:p>
          <a:p>
            <a:pPr lvl="1" algn="just" eaLnBrk="1" hangingPunct="1">
              <a:lnSpc>
                <a:spcPct val="105000"/>
              </a:lnSpc>
            </a:pPr>
            <a:r>
              <a:rPr lang="zh-CN" altLang="en-US" sz="2400" dirty="0"/>
              <a:t>加锁</a:t>
            </a:r>
            <a:endParaRPr lang="zh-CN" altLang="en-US" sz="2400" dirty="0"/>
          </a:p>
          <a:p>
            <a:pPr lvl="1" algn="just" eaLnBrk="1" hangingPunct="1">
              <a:lnSpc>
                <a:spcPct val="105000"/>
              </a:lnSpc>
            </a:pPr>
            <a:r>
              <a:rPr lang="zh-CN" altLang="en-US" sz="2400" dirty="0"/>
              <a:t>乐观假设</a:t>
            </a:r>
            <a:endParaRPr lang="zh-CN" altLang="en-US" sz="2400" dirty="0"/>
          </a:p>
          <a:p>
            <a:pPr lvl="1" algn="just" eaLnBrk="1" hangingPunct="1">
              <a:lnSpc>
                <a:spcPct val="105000"/>
              </a:lnSpc>
            </a:pPr>
            <a:r>
              <a:rPr lang="zh-CN" altLang="en-US" sz="2400" dirty="0"/>
              <a:t>时间戳</a:t>
            </a:r>
            <a:endParaRPr lang="zh-CN" altLang="en-US" sz="2400" dirty="0">
              <a:latin typeface="宋体" panose="02010600030101010101" pitchFamily="2"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6387"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11.1 </a:t>
            </a:r>
            <a:r>
              <a:rPr lang="zh-CN" altLang="en-US" dirty="0"/>
              <a:t>并发控制概述</a:t>
            </a:r>
            <a:endParaRPr lang="zh-CN" altLang="en-US" dirty="0"/>
          </a:p>
        </p:txBody>
      </p:sp>
      <p:sp>
        <p:nvSpPr>
          <p:cNvPr id="16388" name="Rectangle 3"/>
          <p:cNvSpPr>
            <a:spLocks noGrp="1"/>
          </p:cNvSpPr>
          <p:nvPr>
            <p:ph idx="1"/>
          </p:nvPr>
        </p:nvSpPr>
        <p:spPr>
          <a:xfrm>
            <a:off x="152400" y="838200"/>
            <a:ext cx="8839200" cy="5334000"/>
          </a:xfrm>
          <a:ln/>
        </p:spPr>
        <p:txBody>
          <a:bodyPr vert="horz" wrap="square" lIns="91440" tIns="45720" rIns="91440" bIns="45720" anchor="t" anchorCtr="0"/>
          <a:p>
            <a:pPr algn="just" eaLnBrk="1" hangingPunct="1">
              <a:lnSpc>
                <a:spcPct val="120000"/>
              </a:lnSpc>
            </a:pPr>
            <a:r>
              <a:rPr lang="en-US" altLang="zh-CN" dirty="0">
                <a:solidFill>
                  <a:schemeClr val="tx1"/>
                </a:solidFill>
              </a:rPr>
              <a:t>SQL</a:t>
            </a:r>
            <a:r>
              <a:rPr lang="zh-CN" altLang="en-US" dirty="0">
                <a:solidFill>
                  <a:schemeClr val="tx1"/>
                </a:solidFill>
                <a:latin typeface="宋体" panose="02010600030101010101" pitchFamily="2" charset="-122"/>
              </a:rPr>
              <a:t>的隔离级别</a:t>
            </a:r>
            <a:endParaRPr lang="zh-CN" altLang="en-US" dirty="0">
              <a:solidFill>
                <a:schemeClr val="tx1"/>
              </a:solidFill>
              <a:latin typeface="宋体" panose="02010600030101010101" pitchFamily="2" charset="-122"/>
            </a:endParaRPr>
          </a:p>
          <a:p>
            <a:pPr lvl="1" algn="just" eaLnBrk="1" hangingPunct="1">
              <a:lnSpc>
                <a:spcPct val="120000"/>
              </a:lnSpc>
            </a:pPr>
            <a:r>
              <a:rPr lang="zh-CN" altLang="en-US" dirty="0">
                <a:latin typeface="宋体" panose="02010600030101010101" pitchFamily="2" charset="-122"/>
              </a:rPr>
              <a:t>事务准备接受不一致数据的级别称为隔离级别</a:t>
            </a:r>
            <a:r>
              <a:rPr lang="en-US" altLang="zh-CN" dirty="0">
                <a:latin typeface="宋体" panose="02010600030101010101" pitchFamily="2" charset="-122"/>
              </a:rPr>
              <a:t>,</a:t>
            </a:r>
            <a:r>
              <a:rPr lang="zh-CN" altLang="en-US" dirty="0">
                <a:latin typeface="宋体" panose="02010600030101010101" pitchFamily="2" charset="-122"/>
              </a:rPr>
              <a:t>隔离级别是一个事务必须与其它事务进行隔离的程度</a:t>
            </a:r>
            <a:r>
              <a:rPr lang="en-US" altLang="zh-CN" dirty="0">
                <a:latin typeface="宋体" panose="02010600030101010101" pitchFamily="2" charset="-122"/>
              </a:rPr>
              <a:t>.</a:t>
            </a:r>
            <a:endParaRPr lang="en-US" altLang="zh-CN" dirty="0">
              <a:latin typeface="宋体" panose="02010600030101010101" pitchFamily="2" charset="-122"/>
            </a:endParaRPr>
          </a:p>
          <a:p>
            <a:pPr lvl="1" algn="just" eaLnBrk="1" hangingPunct="1">
              <a:lnSpc>
                <a:spcPct val="120000"/>
              </a:lnSpc>
            </a:pPr>
            <a:r>
              <a:rPr lang="zh-CN" altLang="en-US" dirty="0">
                <a:latin typeface="宋体" panose="02010600030101010101" pitchFamily="2" charset="-122"/>
              </a:rPr>
              <a:t>较低的隔离级别可以增加并发，但代价是降低数据的正确性。</a:t>
            </a:r>
            <a:endParaRPr lang="zh-CN" altLang="en-US" dirty="0">
              <a:latin typeface="宋体" panose="02010600030101010101" pitchFamily="2" charset="-122"/>
            </a:endParaRPr>
          </a:p>
          <a:p>
            <a:pPr lvl="1" algn="just" eaLnBrk="1" hangingPunct="1">
              <a:lnSpc>
                <a:spcPct val="120000"/>
              </a:lnSpc>
            </a:pPr>
            <a:r>
              <a:rPr lang="zh-CN" altLang="en-US" dirty="0">
                <a:latin typeface="宋体" panose="02010600030101010101" pitchFamily="2" charset="-122"/>
              </a:rPr>
              <a:t>较高的隔离级别可以确保数据的正确性，但可能对并发产生负面影响。</a:t>
            </a:r>
            <a:endParaRPr lang="zh-CN" altLang="en-US" dirty="0">
              <a:latin typeface="宋体" panose="02010600030101010101" pitchFamily="2" charset="-122"/>
            </a:endParaRPr>
          </a:p>
          <a:p>
            <a:pPr lvl="1" algn="just" eaLnBrk="1" hangingPunct="1">
              <a:lnSpc>
                <a:spcPct val="120000"/>
              </a:lnSpc>
            </a:pPr>
            <a:r>
              <a:rPr lang="zh-CN" altLang="en-US" dirty="0">
                <a:latin typeface="宋体" panose="02010600030101010101" pitchFamily="2" charset="-122"/>
              </a:rPr>
              <a:t>应用程序要求的隔离级别确定了 </a:t>
            </a:r>
            <a:r>
              <a:rPr lang="en-US" altLang="zh-CN" dirty="0"/>
              <a:t>SQL Server</a:t>
            </a:r>
            <a:r>
              <a:rPr lang="en-US" altLang="zh-CN" dirty="0">
                <a:latin typeface="宋体" panose="02010600030101010101" pitchFamily="2" charset="-122"/>
              </a:rPr>
              <a:t> </a:t>
            </a:r>
            <a:r>
              <a:rPr lang="zh-CN" altLang="en-US" dirty="0">
                <a:latin typeface="宋体" panose="02010600030101010101" pitchFamily="2" charset="-122"/>
              </a:rPr>
              <a:t>使用的锁定行为</a:t>
            </a:r>
            <a:endParaRPr lang="zh-CN" altLang="en-US" dirty="0">
              <a:latin typeface="宋体" panose="02010600030101010101" pitchFamily="2"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7411"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11.1 </a:t>
            </a:r>
            <a:r>
              <a:rPr lang="zh-CN" altLang="en-US" dirty="0"/>
              <a:t>并发控制概述</a:t>
            </a:r>
            <a:endParaRPr lang="zh-CN" altLang="en-US" dirty="0"/>
          </a:p>
        </p:txBody>
      </p:sp>
      <p:sp>
        <p:nvSpPr>
          <p:cNvPr id="17412" name="Rectangle 3"/>
          <p:cNvSpPr>
            <a:spLocks noGrp="1"/>
          </p:cNvSpPr>
          <p:nvPr>
            <p:ph idx="1"/>
          </p:nvPr>
        </p:nvSpPr>
        <p:spPr>
          <a:xfrm>
            <a:off x="152400" y="838200"/>
            <a:ext cx="8839200" cy="6019800"/>
          </a:xfrm>
          <a:ln/>
        </p:spPr>
        <p:txBody>
          <a:bodyPr vert="horz" wrap="square" lIns="91440" tIns="45720" rIns="91440" bIns="45720" anchor="t" anchorCtr="0"/>
          <a:p>
            <a:pPr algn="just" eaLnBrk="1" hangingPunct="1">
              <a:lnSpc>
                <a:spcPct val="120000"/>
              </a:lnSpc>
            </a:pPr>
            <a:r>
              <a:rPr lang="en-US" altLang="zh-CN" sz="2800" dirty="0">
                <a:solidFill>
                  <a:schemeClr val="tx1"/>
                </a:solidFill>
              </a:rPr>
              <a:t>SQL</a:t>
            </a:r>
            <a:r>
              <a:rPr lang="zh-CN" altLang="en-US" sz="2800" dirty="0">
                <a:solidFill>
                  <a:schemeClr val="tx1"/>
                </a:solidFill>
              </a:rPr>
              <a:t>的隔离级别</a:t>
            </a:r>
            <a:r>
              <a:rPr lang="en-US" altLang="zh-CN" sz="2800" dirty="0">
                <a:solidFill>
                  <a:schemeClr val="tx1"/>
                </a:solidFill>
              </a:rPr>
              <a:t>(</a:t>
            </a:r>
            <a:r>
              <a:rPr lang="zh-CN" altLang="en-US" sz="2800" dirty="0">
                <a:solidFill>
                  <a:schemeClr val="tx1"/>
                </a:solidFill>
              </a:rPr>
              <a:t>续</a:t>
            </a:r>
            <a:r>
              <a:rPr lang="en-US" altLang="zh-CN" sz="2800" dirty="0">
                <a:solidFill>
                  <a:schemeClr val="tx1"/>
                </a:solidFill>
              </a:rPr>
              <a:t>) – </a:t>
            </a:r>
            <a:r>
              <a:rPr lang="zh-CN" altLang="en-US" sz="2800" dirty="0">
                <a:solidFill>
                  <a:schemeClr val="tx1"/>
                </a:solidFill>
              </a:rPr>
              <a:t>从低到高</a:t>
            </a:r>
            <a:endParaRPr lang="zh-CN" altLang="en-US" sz="2800" dirty="0">
              <a:solidFill>
                <a:schemeClr val="tx1"/>
              </a:solidFill>
            </a:endParaRPr>
          </a:p>
          <a:p>
            <a:pPr lvl="1" algn="just" eaLnBrk="1" hangingPunct="1">
              <a:lnSpc>
                <a:spcPct val="120000"/>
              </a:lnSpc>
            </a:pPr>
            <a:r>
              <a:rPr lang="zh-CN" altLang="en-US" dirty="0"/>
              <a:t>可读未提交</a:t>
            </a:r>
            <a:r>
              <a:rPr lang="en-US" altLang="zh-CN" dirty="0"/>
              <a:t>(Read Uncommitted)</a:t>
            </a:r>
            <a:endParaRPr lang="en-US" altLang="zh-CN" dirty="0"/>
          </a:p>
          <a:p>
            <a:pPr lvl="1" algn="just" eaLnBrk="1" hangingPunct="1">
              <a:lnSpc>
                <a:spcPct val="120000"/>
              </a:lnSpc>
              <a:buNone/>
            </a:pPr>
            <a:r>
              <a:rPr lang="en-US" altLang="zh-CN" sz="2400" dirty="0"/>
              <a:t>	</a:t>
            </a:r>
            <a:r>
              <a:rPr lang="zh-CN" altLang="en-US" sz="2400" dirty="0"/>
              <a:t>允许读未提交的记录</a:t>
            </a:r>
            <a:endParaRPr lang="zh-CN" altLang="en-US" sz="2400" dirty="0"/>
          </a:p>
          <a:p>
            <a:pPr lvl="1" algn="just" eaLnBrk="1" hangingPunct="1">
              <a:lnSpc>
                <a:spcPct val="120000"/>
              </a:lnSpc>
            </a:pPr>
            <a:r>
              <a:rPr lang="zh-CN" altLang="en-US" dirty="0"/>
              <a:t>可读提交</a:t>
            </a:r>
            <a:r>
              <a:rPr lang="en-US" altLang="zh-CN" dirty="0"/>
              <a:t>(Read Committed)</a:t>
            </a:r>
            <a:endParaRPr lang="en-US" altLang="zh-CN" dirty="0"/>
          </a:p>
          <a:p>
            <a:pPr lvl="1" algn="just" eaLnBrk="1" hangingPunct="1">
              <a:lnSpc>
                <a:spcPct val="120000"/>
              </a:lnSpc>
              <a:buNone/>
            </a:pPr>
            <a:r>
              <a:rPr lang="en-US" altLang="zh-CN" sz="2400" dirty="0"/>
              <a:t>	</a:t>
            </a:r>
            <a:r>
              <a:rPr lang="zh-CN" altLang="en-US" sz="2400" dirty="0"/>
              <a:t>只允许读已提交的记录，但不要求可重复读</a:t>
            </a:r>
            <a:endParaRPr lang="zh-CN" altLang="en-US" sz="2400" dirty="0"/>
          </a:p>
          <a:p>
            <a:pPr lvl="1" algn="just" eaLnBrk="1" hangingPunct="1">
              <a:lnSpc>
                <a:spcPct val="120000"/>
              </a:lnSpc>
            </a:pPr>
            <a:r>
              <a:rPr lang="zh-CN" altLang="en-US" dirty="0"/>
              <a:t>可重复读</a:t>
            </a:r>
            <a:r>
              <a:rPr lang="en-US" altLang="zh-CN" dirty="0"/>
              <a:t>(Repeatable Read)</a:t>
            </a:r>
            <a:endParaRPr lang="en-US" altLang="zh-CN" dirty="0"/>
          </a:p>
          <a:p>
            <a:pPr lvl="1" algn="just" eaLnBrk="1" hangingPunct="1">
              <a:lnSpc>
                <a:spcPct val="120000"/>
              </a:lnSpc>
              <a:buNone/>
            </a:pPr>
            <a:r>
              <a:rPr lang="en-US" altLang="zh-CN" sz="2400" dirty="0"/>
              <a:t>	</a:t>
            </a:r>
            <a:r>
              <a:rPr lang="zh-CN" altLang="en-US" sz="2400" dirty="0"/>
              <a:t>只允许读取已提交的记录，并要求一个事务对同一记录的两次读取之间，其它事务不能对该记录进行更新</a:t>
            </a:r>
            <a:endParaRPr lang="zh-CN" altLang="en-US" sz="2400" dirty="0"/>
          </a:p>
          <a:p>
            <a:pPr lvl="1" algn="just" eaLnBrk="1" hangingPunct="1">
              <a:lnSpc>
                <a:spcPct val="120000"/>
              </a:lnSpc>
            </a:pPr>
            <a:r>
              <a:rPr lang="zh-CN" altLang="en-US" dirty="0"/>
              <a:t>可串行化</a:t>
            </a:r>
            <a:r>
              <a:rPr lang="en-US" altLang="zh-CN" dirty="0"/>
              <a:t>(Serializable)</a:t>
            </a:r>
            <a:endParaRPr lang="en-US" altLang="zh-CN" dirty="0"/>
          </a:p>
          <a:p>
            <a:pPr lvl="1" algn="just" eaLnBrk="1" hangingPunct="1">
              <a:lnSpc>
                <a:spcPct val="120000"/>
              </a:lnSpc>
              <a:buNone/>
            </a:pPr>
            <a:r>
              <a:rPr lang="en-US" altLang="zh-CN" sz="2400" dirty="0"/>
              <a:t>	</a:t>
            </a:r>
            <a:r>
              <a:rPr lang="zh-CN" altLang="en-US" sz="2400" dirty="0"/>
              <a:t>一个调度的执行必须等价于一个串行调度的结果</a:t>
            </a:r>
            <a:endParaRPr lang="zh-CN" alt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8435" name="Rectangle 2"/>
          <p:cNvSpPr/>
          <p:nvPr/>
        </p:nvSpPr>
        <p:spPr>
          <a:xfrm>
            <a:off x="558800" y="1714500"/>
            <a:ext cx="7912100" cy="609600"/>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algn="ctr" eaLnBrk="1" hangingPunct="1">
              <a:spcBef>
                <a:spcPct val="0"/>
              </a:spcBef>
              <a:buClrTx/>
              <a:buFontTx/>
              <a:buNone/>
            </a:pPr>
            <a:endParaRPr lang="en-US" altLang="zh-CN" sz="1400" dirty="0">
              <a:solidFill>
                <a:schemeClr val="tx1"/>
              </a:solidFill>
            </a:endParaRPr>
          </a:p>
        </p:txBody>
      </p:sp>
      <p:sp>
        <p:nvSpPr>
          <p:cNvPr id="18436" name="Rectangle 3"/>
          <p:cNvSpPr>
            <a:spLocks noGrp="1"/>
          </p:cNvSpPr>
          <p:nvPr>
            <p:ph idx="1"/>
          </p:nvPr>
        </p:nvSpPr>
        <p:spPr>
          <a:xfrm>
            <a:off x="762000" y="1143000"/>
            <a:ext cx="7696200" cy="5257800"/>
          </a:xfrm>
          <a:ln/>
        </p:spPr>
        <p:txBody>
          <a:bodyPr vert="horz" wrap="square" lIns="91440" tIns="45720" rIns="91440" bIns="45720" anchor="t" anchorCtr="0"/>
          <a:p>
            <a:pPr algn="just" eaLnBrk="1" hangingPunct="1">
              <a:buNone/>
            </a:pPr>
            <a:r>
              <a:rPr lang="en-US" altLang="zh-CN" dirty="0">
                <a:solidFill>
                  <a:schemeClr val="tx1"/>
                </a:solidFill>
              </a:rPr>
              <a:t>11.1  </a:t>
            </a:r>
            <a:r>
              <a:rPr lang="zh-CN" altLang="en-US" dirty="0">
                <a:solidFill>
                  <a:schemeClr val="tx1"/>
                </a:solidFill>
              </a:rPr>
              <a:t>并发控制概述</a:t>
            </a:r>
            <a:endParaRPr lang="zh-CN" altLang="en-US" dirty="0">
              <a:solidFill>
                <a:schemeClr val="tx1"/>
              </a:solidFill>
            </a:endParaRPr>
          </a:p>
          <a:p>
            <a:pPr algn="just" eaLnBrk="1" hangingPunct="1">
              <a:buNone/>
            </a:pPr>
            <a:r>
              <a:rPr lang="en-US" altLang="zh-CN" dirty="0">
                <a:solidFill>
                  <a:schemeClr val="bg1"/>
                </a:solidFill>
              </a:rPr>
              <a:t>11.2  </a:t>
            </a:r>
            <a:r>
              <a:rPr lang="zh-CN" altLang="en-US" dirty="0">
                <a:solidFill>
                  <a:schemeClr val="bg1"/>
                </a:solidFill>
              </a:rPr>
              <a:t>封锁</a:t>
            </a:r>
            <a:endParaRPr lang="zh-CN" altLang="en-US" dirty="0">
              <a:solidFill>
                <a:schemeClr val="bg1"/>
              </a:solidFill>
            </a:endParaRPr>
          </a:p>
          <a:p>
            <a:pPr algn="just" eaLnBrk="1" hangingPunct="1">
              <a:buNone/>
            </a:pPr>
            <a:r>
              <a:rPr lang="en-US" altLang="zh-CN" dirty="0">
                <a:solidFill>
                  <a:schemeClr val="tx1"/>
                </a:solidFill>
              </a:rPr>
              <a:t>11.3  </a:t>
            </a:r>
            <a:r>
              <a:rPr lang="zh-CN" altLang="en-US" dirty="0">
                <a:solidFill>
                  <a:schemeClr val="tx1"/>
                </a:solidFill>
              </a:rPr>
              <a:t>封锁协议</a:t>
            </a:r>
            <a:endParaRPr lang="zh-CN" altLang="en-US" dirty="0">
              <a:solidFill>
                <a:schemeClr val="tx1"/>
              </a:solidFill>
            </a:endParaRPr>
          </a:p>
          <a:p>
            <a:pPr algn="just" eaLnBrk="1" hangingPunct="1">
              <a:buNone/>
            </a:pPr>
            <a:r>
              <a:rPr lang="en-US" altLang="zh-CN" dirty="0">
                <a:solidFill>
                  <a:schemeClr val="tx1"/>
                </a:solidFill>
              </a:rPr>
              <a:t>11.4  </a:t>
            </a:r>
            <a:r>
              <a:rPr lang="zh-CN" altLang="en-US" dirty="0">
                <a:solidFill>
                  <a:schemeClr val="tx1"/>
                </a:solidFill>
              </a:rPr>
              <a:t>活锁和死锁</a:t>
            </a:r>
            <a:endParaRPr lang="zh-CN" altLang="en-US" dirty="0">
              <a:solidFill>
                <a:schemeClr val="tx1"/>
              </a:solidFill>
            </a:endParaRPr>
          </a:p>
          <a:p>
            <a:pPr algn="just" eaLnBrk="1" hangingPunct="1">
              <a:buNone/>
            </a:pPr>
            <a:r>
              <a:rPr lang="en-US" altLang="zh-CN" dirty="0">
                <a:solidFill>
                  <a:schemeClr val="tx1"/>
                </a:solidFill>
              </a:rPr>
              <a:t>11.5  </a:t>
            </a:r>
            <a:r>
              <a:rPr lang="zh-CN" altLang="en-US" dirty="0">
                <a:solidFill>
                  <a:schemeClr val="tx1"/>
                </a:solidFill>
              </a:rPr>
              <a:t>并发调度的可串行性</a:t>
            </a:r>
            <a:endParaRPr lang="zh-CN" altLang="en-US" dirty="0">
              <a:solidFill>
                <a:schemeClr val="tx1"/>
              </a:solidFill>
            </a:endParaRPr>
          </a:p>
          <a:p>
            <a:pPr algn="just" eaLnBrk="1" hangingPunct="1">
              <a:buNone/>
            </a:pPr>
            <a:r>
              <a:rPr lang="en-US" altLang="zh-CN" dirty="0">
                <a:solidFill>
                  <a:schemeClr val="tx1"/>
                </a:solidFill>
              </a:rPr>
              <a:t>11.6  </a:t>
            </a:r>
            <a:r>
              <a:rPr lang="zh-CN" altLang="en-US" dirty="0">
                <a:solidFill>
                  <a:schemeClr val="tx1"/>
                </a:solidFill>
              </a:rPr>
              <a:t>两段锁协议</a:t>
            </a:r>
            <a:endParaRPr lang="zh-CN" altLang="en-US" dirty="0">
              <a:solidFill>
                <a:schemeClr val="tx1"/>
              </a:solidFill>
            </a:endParaRPr>
          </a:p>
          <a:p>
            <a:pPr algn="just" eaLnBrk="1" hangingPunct="1">
              <a:buNone/>
            </a:pPr>
            <a:r>
              <a:rPr lang="en-US" altLang="zh-CN" dirty="0">
                <a:solidFill>
                  <a:schemeClr val="tx1"/>
                </a:solidFill>
              </a:rPr>
              <a:t>11.7  </a:t>
            </a:r>
            <a:r>
              <a:rPr lang="zh-CN" altLang="en-US" dirty="0">
                <a:solidFill>
                  <a:schemeClr val="tx1"/>
                </a:solidFill>
              </a:rPr>
              <a:t>封锁的粒度</a:t>
            </a:r>
            <a:endParaRPr lang="zh-CN" altLang="en-US" dirty="0">
              <a:solidFill>
                <a:schemeClr val="tx1"/>
              </a:solidFill>
            </a:endParaRPr>
          </a:p>
          <a:p>
            <a:pPr algn="just" eaLnBrk="1" hangingPunct="1">
              <a:buNone/>
            </a:pPr>
            <a:r>
              <a:rPr lang="en-US" altLang="zh-CN" dirty="0">
                <a:solidFill>
                  <a:schemeClr val="tx1"/>
                </a:solidFill>
              </a:rPr>
              <a:t>11.8  SQL Server</a:t>
            </a:r>
            <a:r>
              <a:rPr lang="zh-CN" altLang="en-US" dirty="0">
                <a:solidFill>
                  <a:schemeClr val="tx1"/>
                </a:solidFill>
              </a:rPr>
              <a:t>的并发控制</a:t>
            </a:r>
            <a:endParaRPr lang="zh-CN" altLang="en-US" dirty="0">
              <a:solidFill>
                <a:schemeClr val="tx1"/>
              </a:solidFill>
            </a:endParaRPr>
          </a:p>
          <a:p>
            <a:pPr algn="just" eaLnBrk="1" hangingPunct="1">
              <a:buNone/>
            </a:pPr>
            <a:r>
              <a:rPr lang="en-US" altLang="zh-CN" dirty="0">
                <a:solidFill>
                  <a:schemeClr val="tx1"/>
                </a:solidFill>
              </a:rPr>
              <a:t>11.9  </a:t>
            </a:r>
            <a:r>
              <a:rPr lang="zh-CN" altLang="en-US" dirty="0">
                <a:solidFill>
                  <a:schemeClr val="tx1"/>
                </a:solidFill>
              </a:rPr>
              <a:t>小结</a:t>
            </a:r>
            <a:endParaRPr lang="zh-CN" altLang="en-US" dirty="0">
              <a:solidFill>
                <a:schemeClr val="tx1"/>
              </a:solidFill>
            </a:endParaRPr>
          </a:p>
        </p:txBody>
      </p:sp>
      <p:sp>
        <p:nvSpPr>
          <p:cNvPr id="18437" name="Rectangle 4"/>
          <p:cNvSpPr>
            <a:spLocks noGrp="1"/>
          </p:cNvSpPr>
          <p:nvPr>
            <p:ph type="title"/>
          </p:nvPr>
        </p:nvSpPr>
        <p:spPr>
          <a:xfrm>
            <a:off x="685800" y="152400"/>
            <a:ext cx="7772400" cy="900113"/>
          </a:xfrm>
          <a:ln/>
        </p:spPr>
        <p:txBody>
          <a:bodyPr vert="horz" wrap="square" lIns="91440" tIns="45720" rIns="91440" bIns="45720" anchor="ctr" anchorCtr="0"/>
          <a:p>
            <a:pPr eaLnBrk="1" hangingPunct="1"/>
            <a:r>
              <a:rPr lang="zh-CN" altLang="en-US" dirty="0"/>
              <a:t>第</a:t>
            </a:r>
            <a:r>
              <a:rPr lang="en-US" altLang="zh-CN" dirty="0"/>
              <a:t>11</a:t>
            </a:r>
            <a:r>
              <a:rPr lang="zh-CN" altLang="en-US" dirty="0"/>
              <a:t>章 并发控制</a:t>
            </a:r>
            <a:endParaRPr lang="zh-CN"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9459"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11.2 </a:t>
            </a:r>
            <a:r>
              <a:rPr lang="zh-CN" altLang="en-US" dirty="0"/>
              <a:t>封锁</a:t>
            </a:r>
            <a:endParaRPr lang="zh-CN" altLang="en-US" dirty="0"/>
          </a:p>
        </p:txBody>
      </p:sp>
      <p:sp>
        <p:nvSpPr>
          <p:cNvPr id="19460" name="Rectangle 3"/>
          <p:cNvSpPr>
            <a:spLocks noGrp="1"/>
          </p:cNvSpPr>
          <p:nvPr>
            <p:ph idx="1"/>
          </p:nvPr>
        </p:nvSpPr>
        <p:spPr>
          <a:xfrm>
            <a:off x="152400" y="838200"/>
            <a:ext cx="8839200" cy="5486400"/>
          </a:xfrm>
          <a:ln/>
        </p:spPr>
        <p:txBody>
          <a:bodyPr vert="horz" wrap="square" lIns="91440" tIns="45720" rIns="91440" bIns="45720" anchor="t" anchorCtr="0"/>
          <a:p>
            <a:pPr eaLnBrk="1" hangingPunct="1">
              <a:lnSpc>
                <a:spcPct val="130000"/>
              </a:lnSpc>
            </a:pPr>
            <a:r>
              <a:rPr lang="zh-CN" altLang="en-US" sz="2800" dirty="0">
                <a:solidFill>
                  <a:schemeClr val="tx1"/>
                </a:solidFill>
              </a:rPr>
              <a:t>封锁是实现并发控制的一个非常重要的技术</a:t>
            </a:r>
            <a:endParaRPr lang="zh-CN" altLang="en-US" sz="2800" dirty="0">
              <a:solidFill>
                <a:schemeClr val="tx1"/>
              </a:solidFill>
            </a:endParaRPr>
          </a:p>
          <a:p>
            <a:pPr eaLnBrk="1" hangingPunct="1">
              <a:lnSpc>
                <a:spcPct val="130000"/>
              </a:lnSpc>
            </a:pPr>
            <a:r>
              <a:rPr lang="zh-CN" altLang="en-US" sz="2800" dirty="0">
                <a:solidFill>
                  <a:schemeClr val="tx1"/>
                </a:solidFill>
              </a:rPr>
              <a:t>封锁就是事务</a:t>
            </a:r>
            <a:r>
              <a:rPr lang="en-US" altLang="zh-CN" sz="2800" dirty="0">
                <a:solidFill>
                  <a:schemeClr val="tx1"/>
                </a:solidFill>
              </a:rPr>
              <a:t>T</a:t>
            </a:r>
            <a:r>
              <a:rPr lang="zh-CN" altLang="en-US" sz="2800" dirty="0">
                <a:solidFill>
                  <a:schemeClr val="tx1"/>
                </a:solidFill>
              </a:rPr>
              <a:t>在对某个数据对象（例如表、记录等）操作之前，先向系统发出请求，对其加锁</a:t>
            </a:r>
            <a:endParaRPr lang="zh-CN" altLang="en-US" sz="2800" dirty="0">
              <a:solidFill>
                <a:schemeClr val="tx1"/>
              </a:solidFill>
            </a:endParaRPr>
          </a:p>
          <a:p>
            <a:pPr eaLnBrk="1" hangingPunct="1">
              <a:lnSpc>
                <a:spcPct val="130000"/>
              </a:lnSpc>
            </a:pPr>
            <a:r>
              <a:rPr lang="zh-CN" altLang="en-US" sz="2800" dirty="0">
                <a:solidFill>
                  <a:schemeClr val="tx1"/>
                </a:solidFill>
              </a:rPr>
              <a:t>加锁后事务</a:t>
            </a:r>
            <a:r>
              <a:rPr lang="en-US" altLang="zh-CN" sz="2800" dirty="0">
                <a:solidFill>
                  <a:schemeClr val="tx1"/>
                </a:solidFill>
              </a:rPr>
              <a:t>T</a:t>
            </a:r>
            <a:r>
              <a:rPr lang="zh-CN" altLang="en-US" sz="2800" dirty="0">
                <a:solidFill>
                  <a:schemeClr val="tx1"/>
                </a:solidFill>
              </a:rPr>
              <a:t>就对该数据对象有了</a:t>
            </a:r>
            <a:r>
              <a:rPr lang="zh-CN" altLang="en-US" sz="2800" dirty="0">
                <a:solidFill>
                  <a:srgbClr val="FF0000"/>
                </a:solidFill>
              </a:rPr>
              <a:t>一定的控制</a:t>
            </a:r>
            <a:r>
              <a:rPr lang="zh-CN" altLang="en-US" sz="2800" dirty="0">
                <a:solidFill>
                  <a:schemeClr val="tx1"/>
                </a:solidFill>
              </a:rPr>
              <a:t>，在事务</a:t>
            </a:r>
            <a:r>
              <a:rPr lang="en-US" altLang="zh-CN" sz="2800" dirty="0">
                <a:solidFill>
                  <a:schemeClr val="tx1"/>
                </a:solidFill>
              </a:rPr>
              <a:t>T</a:t>
            </a:r>
            <a:r>
              <a:rPr lang="zh-CN" altLang="en-US" sz="2800" dirty="0">
                <a:solidFill>
                  <a:schemeClr val="tx1"/>
                </a:solidFill>
              </a:rPr>
              <a:t>释放它的锁之前，其它的事务不能更新此数据对象。</a:t>
            </a:r>
            <a:endParaRPr lang="zh-CN" altLang="en-US" sz="2800" dirty="0">
              <a:solidFill>
                <a:schemeClr val="tx1"/>
              </a:solidFill>
            </a:endParaRPr>
          </a:p>
          <a:p>
            <a:pPr eaLnBrk="1" hangingPunct="1">
              <a:lnSpc>
                <a:spcPct val="130000"/>
              </a:lnSpc>
            </a:pPr>
            <a:r>
              <a:rPr lang="en-US" altLang="zh-CN" sz="2800" dirty="0">
                <a:solidFill>
                  <a:schemeClr val="tx1"/>
                </a:solidFill>
              </a:rPr>
              <a:t>DBMS</a:t>
            </a:r>
            <a:r>
              <a:rPr lang="zh-CN" altLang="en-US" sz="2800" dirty="0">
                <a:solidFill>
                  <a:schemeClr val="tx1"/>
                </a:solidFill>
              </a:rPr>
              <a:t>通常提供了多种类型的封锁。一个事务对某个数据对象加锁后究竟拥有</a:t>
            </a:r>
            <a:r>
              <a:rPr lang="zh-CN" altLang="en-US" sz="2800" dirty="0">
                <a:solidFill>
                  <a:srgbClr val="FF0000"/>
                </a:solidFill>
              </a:rPr>
              <a:t>什么样的控制</a:t>
            </a:r>
            <a:r>
              <a:rPr lang="zh-CN" altLang="en-US" sz="2800" dirty="0">
                <a:solidFill>
                  <a:schemeClr val="tx1"/>
                </a:solidFill>
              </a:rPr>
              <a:t>是由</a:t>
            </a:r>
            <a:r>
              <a:rPr lang="zh-CN" altLang="en-US" sz="2800" dirty="0">
                <a:solidFill>
                  <a:srgbClr val="FF0000"/>
                </a:solidFill>
              </a:rPr>
              <a:t>封锁的类型</a:t>
            </a:r>
            <a:r>
              <a:rPr lang="zh-CN" altLang="en-US" sz="2800" dirty="0">
                <a:solidFill>
                  <a:schemeClr val="tx1"/>
                </a:solidFill>
              </a:rPr>
              <a:t>决定的。</a:t>
            </a:r>
            <a:endParaRPr lang="zh-CN" altLang="en-US" sz="2800" dirty="0">
              <a:solidFill>
                <a:schemeClr val="tx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0483"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11.2 </a:t>
            </a:r>
            <a:r>
              <a:rPr lang="zh-CN" altLang="en-US" dirty="0"/>
              <a:t>封锁</a:t>
            </a:r>
            <a:endParaRPr lang="zh-CN" altLang="en-US" dirty="0"/>
          </a:p>
        </p:txBody>
      </p:sp>
      <p:sp>
        <p:nvSpPr>
          <p:cNvPr id="20484" name="Rectangle 3"/>
          <p:cNvSpPr>
            <a:spLocks noGrp="1"/>
          </p:cNvSpPr>
          <p:nvPr>
            <p:ph idx="1"/>
          </p:nvPr>
        </p:nvSpPr>
        <p:spPr>
          <a:xfrm>
            <a:off x="152400" y="838200"/>
            <a:ext cx="8839200" cy="5486400"/>
          </a:xfrm>
          <a:ln/>
        </p:spPr>
        <p:txBody>
          <a:bodyPr vert="horz" wrap="square" lIns="91440" tIns="45720" rIns="91440" bIns="45720" anchor="t" anchorCtr="0"/>
          <a:p>
            <a:pPr eaLnBrk="1" hangingPunct="1">
              <a:lnSpc>
                <a:spcPct val="120000"/>
              </a:lnSpc>
            </a:pPr>
            <a:r>
              <a:rPr lang="zh-CN" altLang="en-US" dirty="0">
                <a:solidFill>
                  <a:schemeClr val="tx1"/>
                </a:solidFill>
              </a:rPr>
              <a:t>封锁的类型</a:t>
            </a:r>
            <a:endParaRPr lang="zh-CN" altLang="en-US" dirty="0">
              <a:solidFill>
                <a:schemeClr val="tx1"/>
              </a:solidFill>
            </a:endParaRPr>
          </a:p>
          <a:p>
            <a:pPr lvl="1" eaLnBrk="1" hangingPunct="1">
              <a:lnSpc>
                <a:spcPct val="120000"/>
              </a:lnSpc>
            </a:pPr>
            <a:r>
              <a:rPr lang="zh-CN" altLang="en-US" dirty="0"/>
              <a:t>排它锁（</a:t>
            </a:r>
            <a:r>
              <a:rPr lang="en-US" altLang="zh-CN" dirty="0"/>
              <a:t>eXclusive lock</a:t>
            </a:r>
            <a:r>
              <a:rPr lang="zh-CN" altLang="en-US" dirty="0"/>
              <a:t>，简记为</a:t>
            </a:r>
            <a:r>
              <a:rPr lang="en-US" altLang="zh-CN" dirty="0"/>
              <a:t>X</a:t>
            </a:r>
            <a:r>
              <a:rPr lang="zh-CN" altLang="en-US" dirty="0"/>
              <a:t>锁）</a:t>
            </a:r>
            <a:endParaRPr lang="zh-CN" altLang="en-US" dirty="0"/>
          </a:p>
          <a:p>
            <a:pPr lvl="1" eaLnBrk="1" hangingPunct="1">
              <a:lnSpc>
                <a:spcPct val="120000"/>
              </a:lnSpc>
              <a:buNone/>
            </a:pPr>
            <a:r>
              <a:rPr lang="zh-CN" altLang="en-US" dirty="0"/>
              <a:t>	又称写锁</a:t>
            </a:r>
            <a:r>
              <a:rPr lang="en-US" altLang="zh-CN" dirty="0"/>
              <a:t>, </a:t>
            </a:r>
            <a:r>
              <a:rPr lang="zh-CN" altLang="en-US" dirty="0"/>
              <a:t>若事务</a:t>
            </a:r>
            <a:r>
              <a:rPr lang="en-US" altLang="zh-CN" dirty="0"/>
              <a:t>T</a:t>
            </a:r>
            <a:r>
              <a:rPr lang="zh-CN" altLang="en-US" dirty="0"/>
              <a:t>对数据对象</a:t>
            </a:r>
            <a:r>
              <a:rPr lang="en-US" altLang="zh-CN" dirty="0"/>
              <a:t>A</a:t>
            </a:r>
            <a:r>
              <a:rPr lang="zh-CN" altLang="en-US" dirty="0"/>
              <a:t>加上</a:t>
            </a:r>
            <a:r>
              <a:rPr lang="en-US" altLang="zh-CN" dirty="0"/>
              <a:t>X</a:t>
            </a:r>
            <a:r>
              <a:rPr lang="zh-CN" altLang="en-US" dirty="0"/>
              <a:t>锁，则只允许</a:t>
            </a:r>
            <a:r>
              <a:rPr lang="en-US" altLang="zh-CN" dirty="0"/>
              <a:t>T</a:t>
            </a:r>
            <a:r>
              <a:rPr lang="zh-CN" altLang="en-US" dirty="0"/>
              <a:t>读取和修改</a:t>
            </a:r>
            <a:r>
              <a:rPr lang="en-US" altLang="zh-CN" dirty="0"/>
              <a:t>A</a:t>
            </a:r>
            <a:r>
              <a:rPr lang="zh-CN" altLang="en-US" dirty="0"/>
              <a:t>，其它任何事务都不能再对</a:t>
            </a:r>
            <a:r>
              <a:rPr lang="en-US" altLang="zh-CN" dirty="0"/>
              <a:t>A</a:t>
            </a:r>
            <a:r>
              <a:rPr lang="zh-CN" altLang="en-US" dirty="0"/>
              <a:t>加任何类型的锁，直到</a:t>
            </a:r>
            <a:r>
              <a:rPr lang="en-US" altLang="zh-CN" dirty="0"/>
              <a:t>T</a:t>
            </a:r>
            <a:r>
              <a:rPr lang="zh-CN" altLang="en-US" dirty="0"/>
              <a:t>释放</a:t>
            </a:r>
            <a:r>
              <a:rPr lang="en-US" altLang="zh-CN" dirty="0"/>
              <a:t>A</a:t>
            </a:r>
            <a:r>
              <a:rPr lang="zh-CN" altLang="en-US" dirty="0"/>
              <a:t>上的锁</a:t>
            </a:r>
            <a:endParaRPr lang="zh-CN" altLang="en-US" dirty="0"/>
          </a:p>
          <a:p>
            <a:pPr lvl="1" eaLnBrk="1" hangingPunct="1">
              <a:lnSpc>
                <a:spcPct val="120000"/>
              </a:lnSpc>
            </a:pPr>
            <a:r>
              <a:rPr lang="zh-CN" altLang="en-US" dirty="0"/>
              <a:t>共享锁（</a:t>
            </a:r>
            <a:r>
              <a:rPr lang="en-US" altLang="zh-CN" dirty="0"/>
              <a:t>Share lock</a:t>
            </a:r>
            <a:r>
              <a:rPr lang="zh-CN" altLang="en-US" dirty="0"/>
              <a:t>，简记为</a:t>
            </a:r>
            <a:r>
              <a:rPr lang="en-US" altLang="zh-CN" dirty="0"/>
              <a:t>S</a:t>
            </a:r>
            <a:r>
              <a:rPr lang="zh-CN" altLang="en-US" dirty="0"/>
              <a:t>锁）</a:t>
            </a:r>
            <a:endParaRPr lang="zh-CN" altLang="en-US" dirty="0"/>
          </a:p>
          <a:p>
            <a:pPr lvl="1" eaLnBrk="1" hangingPunct="1">
              <a:lnSpc>
                <a:spcPct val="120000"/>
              </a:lnSpc>
              <a:buNone/>
            </a:pPr>
            <a:r>
              <a:rPr lang="zh-CN" altLang="en-US" dirty="0"/>
              <a:t>	又称为读锁</a:t>
            </a:r>
            <a:r>
              <a:rPr lang="en-US" altLang="zh-CN" dirty="0"/>
              <a:t>,</a:t>
            </a:r>
            <a:r>
              <a:rPr lang="zh-CN" altLang="en-US" dirty="0"/>
              <a:t>若事务</a:t>
            </a:r>
            <a:r>
              <a:rPr lang="en-US" altLang="zh-CN" dirty="0"/>
              <a:t>T</a:t>
            </a:r>
            <a:r>
              <a:rPr lang="zh-CN" altLang="en-US" dirty="0"/>
              <a:t>对数据对象</a:t>
            </a:r>
            <a:r>
              <a:rPr lang="en-US" altLang="zh-CN" dirty="0"/>
              <a:t>A</a:t>
            </a:r>
            <a:r>
              <a:rPr lang="zh-CN" altLang="en-US" dirty="0"/>
              <a:t>加上</a:t>
            </a:r>
            <a:r>
              <a:rPr lang="en-US" altLang="zh-CN" dirty="0"/>
              <a:t>S</a:t>
            </a:r>
            <a:r>
              <a:rPr lang="zh-CN" altLang="en-US" dirty="0"/>
              <a:t>锁，则其它事务只能再对</a:t>
            </a:r>
            <a:r>
              <a:rPr lang="en-US" altLang="zh-CN" dirty="0"/>
              <a:t>A</a:t>
            </a:r>
            <a:r>
              <a:rPr lang="zh-CN" altLang="en-US" dirty="0"/>
              <a:t>加</a:t>
            </a:r>
            <a:r>
              <a:rPr lang="en-US" altLang="zh-CN" dirty="0"/>
              <a:t>S</a:t>
            </a:r>
            <a:r>
              <a:rPr lang="zh-CN" altLang="en-US" dirty="0"/>
              <a:t>锁，而不能加</a:t>
            </a:r>
            <a:r>
              <a:rPr lang="en-US" altLang="zh-CN" dirty="0"/>
              <a:t>X</a:t>
            </a:r>
            <a:r>
              <a:rPr lang="zh-CN" altLang="en-US" dirty="0"/>
              <a:t>锁，直到</a:t>
            </a:r>
            <a:r>
              <a:rPr lang="en-US" altLang="zh-CN" dirty="0"/>
              <a:t>T</a:t>
            </a:r>
            <a:r>
              <a:rPr lang="zh-CN" altLang="en-US" dirty="0"/>
              <a:t>释放</a:t>
            </a:r>
            <a:r>
              <a:rPr lang="en-US" altLang="zh-CN" dirty="0"/>
              <a:t>A</a:t>
            </a:r>
            <a:r>
              <a:rPr lang="zh-CN" altLang="en-US" dirty="0"/>
              <a:t>上的</a:t>
            </a:r>
            <a:r>
              <a:rPr lang="en-US" altLang="zh-CN" dirty="0"/>
              <a:t>S</a:t>
            </a:r>
            <a:r>
              <a:rPr lang="zh-CN" altLang="en-US" dirty="0"/>
              <a:t>锁</a:t>
            </a:r>
            <a:endParaRPr lang="zh-CN" altLang="en-US" dirty="0"/>
          </a:p>
          <a:p>
            <a:pPr lvl="1" eaLnBrk="1" hangingPunct="1">
              <a:lnSpc>
                <a:spcPct val="120000"/>
              </a:lnSpc>
            </a:pPr>
            <a:endParaRPr lang="zh-CN"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1507"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11.2 </a:t>
            </a:r>
            <a:r>
              <a:rPr lang="zh-CN" altLang="en-US" dirty="0"/>
              <a:t>封锁</a:t>
            </a:r>
            <a:endParaRPr lang="zh-CN" altLang="en-US" dirty="0"/>
          </a:p>
        </p:txBody>
      </p:sp>
      <p:sp>
        <p:nvSpPr>
          <p:cNvPr id="21508" name="Rectangle 3"/>
          <p:cNvSpPr>
            <a:spLocks noGrp="1"/>
          </p:cNvSpPr>
          <p:nvPr>
            <p:ph idx="1"/>
          </p:nvPr>
        </p:nvSpPr>
        <p:spPr>
          <a:xfrm>
            <a:off x="152400" y="838200"/>
            <a:ext cx="8839200" cy="838200"/>
          </a:xfrm>
          <a:ln/>
        </p:spPr>
        <p:txBody>
          <a:bodyPr vert="horz" wrap="square" lIns="91440" tIns="45720" rIns="91440" bIns="45720" anchor="t" anchorCtr="0"/>
          <a:p>
            <a:pPr eaLnBrk="1" hangingPunct="1">
              <a:lnSpc>
                <a:spcPct val="120000"/>
              </a:lnSpc>
            </a:pPr>
            <a:r>
              <a:rPr lang="zh-CN" altLang="en-US" dirty="0">
                <a:solidFill>
                  <a:schemeClr val="tx1"/>
                </a:solidFill>
              </a:rPr>
              <a:t>封锁类型的相容矩阵</a:t>
            </a:r>
            <a:endParaRPr lang="zh-CN" altLang="en-US" dirty="0">
              <a:solidFill>
                <a:schemeClr val="tx1"/>
              </a:solidFill>
            </a:endParaRPr>
          </a:p>
          <a:p>
            <a:pPr lvl="1" eaLnBrk="1" hangingPunct="1">
              <a:lnSpc>
                <a:spcPct val="120000"/>
              </a:lnSpc>
            </a:pPr>
            <a:endParaRPr lang="zh-CN" altLang="en-US" dirty="0"/>
          </a:p>
        </p:txBody>
      </p:sp>
      <p:graphicFrame>
        <p:nvGraphicFramePr>
          <p:cNvPr id="314402" name="Group 34"/>
          <p:cNvGraphicFramePr>
            <a:graphicFrameLocks noGrp="1"/>
          </p:cNvGraphicFramePr>
          <p:nvPr/>
        </p:nvGraphicFramePr>
        <p:xfrm>
          <a:off x="685800" y="1981200"/>
          <a:ext cx="7848600" cy="3638550"/>
        </p:xfrm>
        <a:graphic>
          <a:graphicData uri="http://schemas.openxmlformats.org/drawingml/2006/table">
            <a:tbl>
              <a:tblPr/>
              <a:tblGrid>
                <a:gridCol w="1570038"/>
                <a:gridCol w="1568450"/>
                <a:gridCol w="1571625"/>
                <a:gridCol w="1568450"/>
                <a:gridCol w="1570037"/>
              </a:tblGrid>
              <a:tr h="895350">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T</a:t>
                      </a:r>
                      <a:r>
                        <a:rPr kumimoji="1" lang="en-US" altLang="zh-CN" sz="2800" b="1" i="0" u="none" strike="noStrike" cap="none" normalizeH="0" baseline="-25000" smtClean="0">
                          <a:ln>
                            <a:noFill/>
                          </a:ln>
                          <a:solidFill>
                            <a:schemeClr val="tx1"/>
                          </a:solidFill>
                          <a:effectLst/>
                          <a:latin typeface="黑体" panose="02010609060101010101" pitchFamily="49" charset="-122"/>
                          <a:ea typeface="黑体" panose="02010609060101010101" pitchFamily="49" charset="-122"/>
                        </a:rPr>
                        <a:t>1</a:t>
                      </a: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T</a:t>
                      </a:r>
                      <a:r>
                        <a:rPr kumimoji="1" lang="en-US" altLang="zh-CN" sz="2800" b="1" i="0" u="none" strike="noStrike" cap="none" normalizeH="0" baseline="-25000" smtClean="0">
                          <a:ln>
                            <a:noFill/>
                          </a:ln>
                          <a:solidFill>
                            <a:schemeClr val="tx1"/>
                          </a:solidFill>
                          <a:effectLst/>
                          <a:latin typeface="黑体" panose="02010609060101010101" pitchFamily="49" charset="-122"/>
                          <a:ea typeface="黑体" panose="02010609060101010101" pitchFamily="49" charset="-122"/>
                        </a:rPr>
                        <a:t>2</a:t>
                      </a: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a:t>
                      </a: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w="12700" cap="flat" cmpd="sng" algn="ctr">
                      <a:solidFill>
                        <a:schemeClr val="tx1"/>
                      </a:solidFill>
                      <a:prstDash val="solid"/>
                      <a:round/>
                      <a:headEnd type="none" w="sm" len="sm"/>
                      <a:tailEnd type="none" w="sm" len="sm"/>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X </a:t>
                      </a: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8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rPr>
                        <a:t>S</a:t>
                      </a: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a:t>
                      </a: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rowSpan="4">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just"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8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a:t>
                      </a: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t>
                      </a: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相容的请求</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just"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8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a:t>
                      </a: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t>
                      </a: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不相容的请求 </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r>
              <a:tr h="895350">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X </a:t>
                      </a: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5400" b="1" i="0" u="none" strike="noStrike" cap="none" normalizeH="0" baseline="0" smtClean="0">
                          <a:ln>
                            <a:noFill/>
                          </a:ln>
                          <a:solidFill>
                            <a:srgbClr val="FF0000"/>
                          </a:solidFill>
                          <a:effectLst/>
                          <a:latin typeface="宋体" panose="02010600030101010101" pitchFamily="2" charset="-122"/>
                          <a:ea typeface="宋体" panose="02010600030101010101" pitchFamily="2" charset="-122"/>
                        </a:rPr>
                        <a:t>× </a:t>
                      </a:r>
                      <a:endParaRPr kumimoji="1" lang="en-US" altLang="zh-CN" sz="5400" b="1" i="0" u="none" strike="noStrike" cap="none" normalizeH="0" baseline="0" smtClean="0">
                        <a:ln>
                          <a:noFill/>
                        </a:ln>
                        <a:solidFill>
                          <a:srgbClr val="FF0000"/>
                        </a:solidFill>
                        <a:effectLst/>
                        <a:latin typeface="宋体" panose="02010600030101010101" pitchFamily="2" charset="-122"/>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5400" b="1" i="0" u="none" strike="noStrike" cap="none" normalizeH="0" baseline="0" smtClean="0">
                          <a:ln>
                            <a:noFill/>
                          </a:ln>
                          <a:solidFill>
                            <a:srgbClr val="FF0000"/>
                          </a:solidFill>
                          <a:effectLst/>
                          <a:latin typeface="宋体" panose="02010600030101010101" pitchFamily="2" charset="-122"/>
                          <a:ea typeface="宋体" panose="02010600030101010101" pitchFamily="2" charset="-122"/>
                        </a:rPr>
                        <a:t>× </a:t>
                      </a:r>
                      <a:endParaRPr kumimoji="1" lang="en-US" altLang="zh-CN" sz="5400" b="1" i="0" u="none" strike="noStrike" cap="none" normalizeH="0" baseline="0" smtClean="0">
                        <a:ln>
                          <a:noFill/>
                        </a:ln>
                        <a:solidFill>
                          <a:srgbClr val="FF0000"/>
                        </a:solidFill>
                        <a:effectLst/>
                        <a:latin typeface="宋体" panose="02010600030101010101" pitchFamily="2" charset="-122"/>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5400" b="1" i="0" u="none" strike="noStrike" cap="none" normalizeH="0" baseline="0" smtClean="0">
                          <a:ln>
                            <a:noFill/>
                          </a:ln>
                          <a:solidFill>
                            <a:srgbClr val="154D0F"/>
                          </a:solidFill>
                          <a:effectLst/>
                          <a:latin typeface="宋体" panose="02010600030101010101" pitchFamily="2" charset="-122"/>
                          <a:ea typeface="宋体" panose="02010600030101010101" pitchFamily="2" charset="-122"/>
                        </a:rPr>
                        <a:t>√</a:t>
                      </a:r>
                      <a:r>
                        <a:rPr kumimoji="1" lang="en-US" altLang="zh-CN" sz="54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  </a:t>
                      </a:r>
                      <a:endParaRPr kumimoji="1" lang="en-US" altLang="zh-CN" sz="54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vMerge="1">
                  <a:tcPr/>
                </a:tc>
              </a:tr>
              <a:tr h="895350">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8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rPr>
                        <a:t>S</a:t>
                      </a: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a:t>
                      </a: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5400" b="1" i="0" u="none" strike="noStrike" cap="none" normalizeH="0" baseline="0" smtClean="0">
                          <a:ln>
                            <a:noFill/>
                          </a:ln>
                          <a:solidFill>
                            <a:srgbClr val="FF0000"/>
                          </a:solidFill>
                          <a:effectLst/>
                          <a:latin typeface="宋体" panose="02010600030101010101" pitchFamily="2" charset="-122"/>
                          <a:ea typeface="宋体" panose="02010600030101010101" pitchFamily="2" charset="-122"/>
                        </a:rPr>
                        <a:t>×</a:t>
                      </a:r>
                      <a:r>
                        <a:rPr kumimoji="1" lang="en-US" altLang="zh-CN" sz="54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 </a:t>
                      </a:r>
                      <a:endParaRPr kumimoji="1" lang="en-US" altLang="zh-CN" sz="54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5400" b="1" i="0" u="none" strike="noStrike" cap="none" normalizeH="0" baseline="0" smtClean="0">
                          <a:ln>
                            <a:noFill/>
                          </a:ln>
                          <a:solidFill>
                            <a:srgbClr val="154D0F"/>
                          </a:solidFill>
                          <a:effectLst/>
                          <a:latin typeface="宋体" panose="02010600030101010101" pitchFamily="2" charset="-122"/>
                          <a:ea typeface="宋体" panose="02010600030101010101" pitchFamily="2" charset="-122"/>
                        </a:rPr>
                        <a:t>√  </a:t>
                      </a:r>
                      <a:endParaRPr kumimoji="1" lang="en-US" altLang="zh-CN" sz="5400" b="1" i="0" u="none" strike="noStrike" cap="none" normalizeH="0" baseline="0" smtClean="0">
                        <a:ln>
                          <a:noFill/>
                        </a:ln>
                        <a:solidFill>
                          <a:srgbClr val="154D0F"/>
                        </a:solidFill>
                        <a:effectLst/>
                        <a:latin typeface="宋体" panose="02010600030101010101" pitchFamily="2" charset="-122"/>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5400" b="1" i="0" u="none" strike="noStrike" cap="none" normalizeH="0" baseline="0" smtClean="0">
                          <a:ln>
                            <a:noFill/>
                          </a:ln>
                          <a:solidFill>
                            <a:srgbClr val="154D0F"/>
                          </a:solidFill>
                          <a:effectLst/>
                          <a:latin typeface="宋体" panose="02010600030101010101" pitchFamily="2" charset="-122"/>
                          <a:ea typeface="宋体" panose="02010600030101010101" pitchFamily="2" charset="-122"/>
                        </a:rPr>
                        <a:t>√  </a:t>
                      </a:r>
                      <a:endParaRPr kumimoji="1" lang="en-US" altLang="zh-CN" sz="5400" b="1" i="0" u="none" strike="noStrike" cap="none" normalizeH="0" baseline="0" smtClean="0">
                        <a:ln>
                          <a:noFill/>
                        </a:ln>
                        <a:solidFill>
                          <a:srgbClr val="154D0F"/>
                        </a:solidFill>
                        <a:effectLst/>
                        <a:latin typeface="宋体" panose="02010600030101010101" pitchFamily="2" charset="-122"/>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vMerge="1">
                  <a:tcPr/>
                </a:tc>
              </a:tr>
              <a:tr h="895350">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5400" b="1" i="0" u="none" strike="noStrike" cap="none" normalizeH="0" baseline="0" smtClean="0">
                          <a:ln>
                            <a:noFill/>
                          </a:ln>
                          <a:solidFill>
                            <a:srgbClr val="154D0F"/>
                          </a:solidFill>
                          <a:effectLst/>
                          <a:latin typeface="宋体" panose="02010600030101010101" pitchFamily="2" charset="-122"/>
                          <a:ea typeface="宋体" panose="02010600030101010101" pitchFamily="2" charset="-122"/>
                        </a:rPr>
                        <a:t>√</a:t>
                      </a:r>
                      <a:r>
                        <a:rPr kumimoji="1" lang="en-US" altLang="zh-CN" sz="54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  </a:t>
                      </a:r>
                      <a:endParaRPr kumimoji="1" lang="en-US" altLang="zh-CN" sz="54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5400" b="1" i="0" u="none" strike="noStrike" cap="none" normalizeH="0" baseline="0" smtClean="0">
                          <a:ln>
                            <a:noFill/>
                          </a:ln>
                          <a:solidFill>
                            <a:srgbClr val="154D0F"/>
                          </a:solidFill>
                          <a:effectLst/>
                          <a:latin typeface="宋体" panose="02010600030101010101" pitchFamily="2" charset="-122"/>
                          <a:ea typeface="宋体" panose="02010600030101010101" pitchFamily="2" charset="-122"/>
                        </a:rPr>
                        <a:t>√  </a:t>
                      </a:r>
                      <a:endParaRPr kumimoji="1" lang="en-US" altLang="zh-CN" sz="5400" b="1" i="0" u="none" strike="noStrike" cap="none" normalizeH="0" baseline="0" smtClean="0">
                        <a:ln>
                          <a:noFill/>
                        </a:ln>
                        <a:solidFill>
                          <a:srgbClr val="154D0F"/>
                        </a:solidFill>
                        <a:effectLst/>
                        <a:latin typeface="宋体" panose="02010600030101010101" pitchFamily="2" charset="-122"/>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5400" b="1" i="0" u="none" strike="noStrike" cap="none" normalizeH="0" baseline="0" smtClean="0">
                          <a:ln>
                            <a:noFill/>
                          </a:ln>
                          <a:solidFill>
                            <a:srgbClr val="154D0F"/>
                          </a:solidFill>
                          <a:effectLst/>
                          <a:latin typeface="宋体" panose="02010600030101010101" pitchFamily="2" charset="-122"/>
                          <a:ea typeface="宋体" panose="02010600030101010101" pitchFamily="2" charset="-122"/>
                        </a:rPr>
                        <a:t>√  </a:t>
                      </a:r>
                      <a:endParaRPr kumimoji="1" lang="en-US" altLang="zh-CN" sz="5400" b="1" i="0" u="none" strike="noStrike" cap="none" normalizeH="0" baseline="0" smtClean="0">
                        <a:ln>
                          <a:noFill/>
                        </a:ln>
                        <a:solidFill>
                          <a:srgbClr val="154D0F"/>
                        </a:solidFill>
                        <a:effectLst/>
                        <a:latin typeface="宋体" panose="02010600030101010101" pitchFamily="2" charset="-122"/>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vMerge="1">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2531" name="Rectangle 2"/>
          <p:cNvSpPr/>
          <p:nvPr/>
        </p:nvSpPr>
        <p:spPr>
          <a:xfrm>
            <a:off x="558800" y="2286000"/>
            <a:ext cx="7912100" cy="609600"/>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algn="ctr" eaLnBrk="1" hangingPunct="1">
              <a:spcBef>
                <a:spcPct val="0"/>
              </a:spcBef>
              <a:buClrTx/>
              <a:buFontTx/>
              <a:buNone/>
            </a:pPr>
            <a:endParaRPr lang="en-US" altLang="zh-CN" sz="1400" dirty="0">
              <a:solidFill>
                <a:schemeClr val="tx1"/>
              </a:solidFill>
            </a:endParaRPr>
          </a:p>
        </p:txBody>
      </p:sp>
      <p:sp>
        <p:nvSpPr>
          <p:cNvPr id="22532" name="Rectangle 3"/>
          <p:cNvSpPr>
            <a:spLocks noGrp="1"/>
          </p:cNvSpPr>
          <p:nvPr>
            <p:ph idx="1"/>
          </p:nvPr>
        </p:nvSpPr>
        <p:spPr>
          <a:xfrm>
            <a:off x="762000" y="1143000"/>
            <a:ext cx="7696200" cy="5257800"/>
          </a:xfrm>
          <a:ln/>
        </p:spPr>
        <p:txBody>
          <a:bodyPr vert="horz" wrap="square" lIns="91440" tIns="45720" rIns="91440" bIns="45720" anchor="t" anchorCtr="0"/>
          <a:p>
            <a:pPr algn="just" eaLnBrk="1" hangingPunct="1">
              <a:buNone/>
            </a:pPr>
            <a:r>
              <a:rPr lang="en-US" altLang="zh-CN" dirty="0">
                <a:solidFill>
                  <a:schemeClr val="tx1"/>
                </a:solidFill>
              </a:rPr>
              <a:t>11.1  </a:t>
            </a:r>
            <a:r>
              <a:rPr lang="zh-CN" altLang="en-US" dirty="0">
                <a:solidFill>
                  <a:schemeClr val="tx1"/>
                </a:solidFill>
              </a:rPr>
              <a:t>并发控制概述</a:t>
            </a:r>
            <a:endParaRPr lang="zh-CN" altLang="en-US" dirty="0">
              <a:solidFill>
                <a:schemeClr val="tx1"/>
              </a:solidFill>
            </a:endParaRPr>
          </a:p>
          <a:p>
            <a:pPr algn="just" eaLnBrk="1" hangingPunct="1">
              <a:buNone/>
            </a:pPr>
            <a:r>
              <a:rPr lang="en-US" altLang="zh-CN" dirty="0">
                <a:solidFill>
                  <a:schemeClr val="tx1"/>
                </a:solidFill>
              </a:rPr>
              <a:t>11.2  </a:t>
            </a:r>
            <a:r>
              <a:rPr lang="zh-CN" altLang="en-US" dirty="0">
                <a:solidFill>
                  <a:schemeClr val="tx1"/>
                </a:solidFill>
              </a:rPr>
              <a:t>封锁</a:t>
            </a:r>
            <a:endParaRPr lang="zh-CN" altLang="en-US" dirty="0">
              <a:solidFill>
                <a:schemeClr val="tx1"/>
              </a:solidFill>
            </a:endParaRPr>
          </a:p>
          <a:p>
            <a:pPr algn="just" eaLnBrk="1" hangingPunct="1">
              <a:buNone/>
            </a:pPr>
            <a:r>
              <a:rPr lang="en-US" altLang="zh-CN" dirty="0">
                <a:solidFill>
                  <a:schemeClr val="bg1"/>
                </a:solidFill>
              </a:rPr>
              <a:t>11.3  </a:t>
            </a:r>
            <a:r>
              <a:rPr lang="zh-CN" altLang="en-US" dirty="0">
                <a:solidFill>
                  <a:schemeClr val="bg1"/>
                </a:solidFill>
              </a:rPr>
              <a:t>封锁协议</a:t>
            </a:r>
            <a:endParaRPr lang="zh-CN" altLang="en-US" dirty="0">
              <a:solidFill>
                <a:schemeClr val="bg1"/>
              </a:solidFill>
            </a:endParaRPr>
          </a:p>
          <a:p>
            <a:pPr algn="just" eaLnBrk="1" hangingPunct="1">
              <a:buNone/>
            </a:pPr>
            <a:r>
              <a:rPr lang="en-US" altLang="zh-CN" dirty="0">
                <a:solidFill>
                  <a:schemeClr val="tx1"/>
                </a:solidFill>
              </a:rPr>
              <a:t>11.4  </a:t>
            </a:r>
            <a:r>
              <a:rPr lang="zh-CN" altLang="en-US" dirty="0">
                <a:solidFill>
                  <a:schemeClr val="tx1"/>
                </a:solidFill>
              </a:rPr>
              <a:t>活锁和死锁</a:t>
            </a:r>
            <a:endParaRPr lang="zh-CN" altLang="en-US" dirty="0">
              <a:solidFill>
                <a:schemeClr val="tx1"/>
              </a:solidFill>
            </a:endParaRPr>
          </a:p>
          <a:p>
            <a:pPr algn="just" eaLnBrk="1" hangingPunct="1">
              <a:buNone/>
            </a:pPr>
            <a:r>
              <a:rPr lang="en-US" altLang="zh-CN" dirty="0">
                <a:solidFill>
                  <a:schemeClr val="tx1"/>
                </a:solidFill>
              </a:rPr>
              <a:t>11.5  </a:t>
            </a:r>
            <a:r>
              <a:rPr lang="zh-CN" altLang="en-US" dirty="0">
                <a:solidFill>
                  <a:schemeClr val="tx1"/>
                </a:solidFill>
              </a:rPr>
              <a:t>并发调度的可串行性</a:t>
            </a:r>
            <a:endParaRPr lang="zh-CN" altLang="en-US" dirty="0">
              <a:solidFill>
                <a:schemeClr val="tx1"/>
              </a:solidFill>
            </a:endParaRPr>
          </a:p>
          <a:p>
            <a:pPr algn="just" eaLnBrk="1" hangingPunct="1">
              <a:buNone/>
            </a:pPr>
            <a:r>
              <a:rPr lang="en-US" altLang="zh-CN" dirty="0">
                <a:solidFill>
                  <a:schemeClr val="tx1"/>
                </a:solidFill>
              </a:rPr>
              <a:t>11.6  </a:t>
            </a:r>
            <a:r>
              <a:rPr lang="zh-CN" altLang="en-US" dirty="0">
                <a:solidFill>
                  <a:schemeClr val="tx1"/>
                </a:solidFill>
              </a:rPr>
              <a:t>两段锁协议</a:t>
            </a:r>
            <a:endParaRPr lang="zh-CN" altLang="en-US" dirty="0">
              <a:solidFill>
                <a:schemeClr val="tx1"/>
              </a:solidFill>
            </a:endParaRPr>
          </a:p>
          <a:p>
            <a:pPr algn="just" eaLnBrk="1" hangingPunct="1">
              <a:buNone/>
            </a:pPr>
            <a:r>
              <a:rPr lang="en-US" altLang="zh-CN" dirty="0">
                <a:solidFill>
                  <a:schemeClr val="tx1"/>
                </a:solidFill>
              </a:rPr>
              <a:t>11.7  </a:t>
            </a:r>
            <a:r>
              <a:rPr lang="zh-CN" altLang="en-US" dirty="0">
                <a:solidFill>
                  <a:schemeClr val="tx1"/>
                </a:solidFill>
              </a:rPr>
              <a:t>封锁的粒度</a:t>
            </a:r>
            <a:endParaRPr lang="zh-CN" altLang="en-US" dirty="0">
              <a:solidFill>
                <a:schemeClr val="tx1"/>
              </a:solidFill>
            </a:endParaRPr>
          </a:p>
          <a:p>
            <a:pPr algn="just" eaLnBrk="1" hangingPunct="1">
              <a:buNone/>
            </a:pPr>
            <a:r>
              <a:rPr lang="en-US" altLang="zh-CN" dirty="0">
                <a:solidFill>
                  <a:schemeClr val="tx1"/>
                </a:solidFill>
              </a:rPr>
              <a:t>11.8  SQL Server</a:t>
            </a:r>
            <a:r>
              <a:rPr lang="zh-CN" altLang="en-US" dirty="0">
                <a:solidFill>
                  <a:schemeClr val="tx1"/>
                </a:solidFill>
              </a:rPr>
              <a:t>的并发控制</a:t>
            </a:r>
            <a:endParaRPr lang="zh-CN" altLang="en-US" dirty="0">
              <a:solidFill>
                <a:schemeClr val="tx1"/>
              </a:solidFill>
            </a:endParaRPr>
          </a:p>
          <a:p>
            <a:pPr algn="just" eaLnBrk="1" hangingPunct="1">
              <a:buNone/>
            </a:pPr>
            <a:r>
              <a:rPr lang="en-US" altLang="zh-CN" dirty="0">
                <a:solidFill>
                  <a:schemeClr val="tx1"/>
                </a:solidFill>
              </a:rPr>
              <a:t>11.9  </a:t>
            </a:r>
            <a:r>
              <a:rPr lang="zh-CN" altLang="en-US" dirty="0">
                <a:solidFill>
                  <a:schemeClr val="tx1"/>
                </a:solidFill>
              </a:rPr>
              <a:t>小结</a:t>
            </a:r>
            <a:endParaRPr lang="zh-CN" altLang="en-US" dirty="0">
              <a:solidFill>
                <a:schemeClr val="tx1"/>
              </a:solidFill>
            </a:endParaRPr>
          </a:p>
        </p:txBody>
      </p:sp>
      <p:sp>
        <p:nvSpPr>
          <p:cNvPr id="22533" name="Rectangle 4"/>
          <p:cNvSpPr>
            <a:spLocks noGrp="1"/>
          </p:cNvSpPr>
          <p:nvPr>
            <p:ph type="title"/>
          </p:nvPr>
        </p:nvSpPr>
        <p:spPr>
          <a:xfrm>
            <a:off x="685800" y="152400"/>
            <a:ext cx="7772400" cy="900113"/>
          </a:xfrm>
          <a:ln/>
        </p:spPr>
        <p:txBody>
          <a:bodyPr vert="horz" wrap="square" lIns="91440" tIns="45720" rIns="91440" bIns="45720" anchor="ctr" anchorCtr="0"/>
          <a:p>
            <a:pPr eaLnBrk="1" hangingPunct="1"/>
            <a:r>
              <a:rPr lang="zh-CN" altLang="en-US" dirty="0"/>
              <a:t>第</a:t>
            </a:r>
            <a:r>
              <a:rPr lang="en-US" altLang="zh-CN" dirty="0"/>
              <a:t>11</a:t>
            </a:r>
            <a:r>
              <a:rPr lang="zh-CN" altLang="en-US" dirty="0"/>
              <a:t>章 并发控制</a:t>
            </a:r>
            <a:endParaRPr lang="zh-CN"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3555"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11.3 </a:t>
            </a:r>
            <a:r>
              <a:rPr lang="zh-CN" altLang="en-US" dirty="0"/>
              <a:t>封锁协议</a:t>
            </a:r>
            <a:endParaRPr lang="zh-CN" altLang="en-US" dirty="0"/>
          </a:p>
        </p:txBody>
      </p:sp>
      <p:sp>
        <p:nvSpPr>
          <p:cNvPr id="23556" name="Rectangle 3"/>
          <p:cNvSpPr>
            <a:spLocks noGrp="1"/>
          </p:cNvSpPr>
          <p:nvPr>
            <p:ph idx="1"/>
          </p:nvPr>
        </p:nvSpPr>
        <p:spPr>
          <a:xfrm>
            <a:off x="152400" y="685800"/>
            <a:ext cx="8839200" cy="5943600"/>
          </a:xfrm>
          <a:ln/>
        </p:spPr>
        <p:txBody>
          <a:bodyPr vert="horz" wrap="square" lIns="91440" tIns="45720" rIns="91440" bIns="45720" anchor="t" anchorCtr="0"/>
          <a:p>
            <a:pPr eaLnBrk="1" hangingPunct="1">
              <a:lnSpc>
                <a:spcPct val="120000"/>
              </a:lnSpc>
              <a:spcBef>
                <a:spcPct val="5000"/>
              </a:spcBef>
            </a:pPr>
            <a:r>
              <a:rPr lang="zh-CN" altLang="en-US" dirty="0">
                <a:solidFill>
                  <a:schemeClr val="tx1"/>
                </a:solidFill>
              </a:rPr>
              <a:t>在运用</a:t>
            </a:r>
            <a:r>
              <a:rPr lang="en-US" altLang="zh-CN" dirty="0">
                <a:solidFill>
                  <a:schemeClr val="tx1"/>
                </a:solidFill>
              </a:rPr>
              <a:t>X</a:t>
            </a:r>
            <a:r>
              <a:rPr lang="zh-CN" altLang="en-US" dirty="0">
                <a:solidFill>
                  <a:schemeClr val="tx1"/>
                </a:solidFill>
              </a:rPr>
              <a:t>锁和</a:t>
            </a:r>
            <a:r>
              <a:rPr lang="en-US" altLang="zh-CN" dirty="0">
                <a:solidFill>
                  <a:schemeClr val="tx1"/>
                </a:solidFill>
              </a:rPr>
              <a:t>S</a:t>
            </a:r>
            <a:r>
              <a:rPr lang="zh-CN" altLang="en-US" dirty="0">
                <a:solidFill>
                  <a:schemeClr val="tx1"/>
                </a:solidFill>
              </a:rPr>
              <a:t>锁对数据对象加锁时，需要约定一些规则：</a:t>
            </a:r>
            <a:r>
              <a:rPr lang="zh-CN" altLang="en-US" dirty="0">
                <a:solidFill>
                  <a:srgbClr val="FF0000"/>
                </a:solidFill>
              </a:rPr>
              <a:t>封锁协议</a:t>
            </a:r>
            <a:r>
              <a:rPr lang="zh-CN" altLang="en-US" dirty="0">
                <a:solidFill>
                  <a:schemeClr val="tx1"/>
                </a:solidFill>
              </a:rPr>
              <a:t>（</a:t>
            </a:r>
            <a:r>
              <a:rPr lang="en-US" altLang="zh-CN" dirty="0">
                <a:solidFill>
                  <a:schemeClr val="tx1"/>
                </a:solidFill>
              </a:rPr>
              <a:t>Locking Protocol</a:t>
            </a:r>
            <a:r>
              <a:rPr lang="zh-CN" altLang="en-US" dirty="0">
                <a:solidFill>
                  <a:schemeClr val="tx1"/>
                </a:solidFill>
              </a:rPr>
              <a:t>） </a:t>
            </a:r>
            <a:endParaRPr lang="zh-CN" altLang="en-US" sz="4000" dirty="0">
              <a:solidFill>
                <a:schemeClr val="tx1"/>
              </a:solidFill>
            </a:endParaRPr>
          </a:p>
          <a:p>
            <a:pPr lvl="1" eaLnBrk="1" hangingPunct="1">
              <a:lnSpc>
                <a:spcPct val="120000"/>
              </a:lnSpc>
              <a:spcBef>
                <a:spcPct val="5000"/>
              </a:spcBef>
            </a:pPr>
            <a:r>
              <a:rPr lang="zh-CN" altLang="en-US" dirty="0"/>
              <a:t>何时申请</a:t>
            </a:r>
            <a:r>
              <a:rPr lang="en-US" altLang="zh-CN" dirty="0"/>
              <a:t>X</a:t>
            </a:r>
            <a:r>
              <a:rPr lang="zh-CN" altLang="en-US" dirty="0"/>
              <a:t>锁或</a:t>
            </a:r>
            <a:r>
              <a:rPr lang="en-US" altLang="zh-CN" dirty="0"/>
              <a:t>S</a:t>
            </a:r>
            <a:r>
              <a:rPr lang="zh-CN" altLang="en-US" dirty="0"/>
              <a:t>锁</a:t>
            </a:r>
            <a:endParaRPr lang="zh-CN" altLang="en-US" dirty="0"/>
          </a:p>
          <a:p>
            <a:pPr lvl="1" eaLnBrk="1" hangingPunct="1">
              <a:lnSpc>
                <a:spcPct val="120000"/>
              </a:lnSpc>
              <a:spcBef>
                <a:spcPct val="5000"/>
              </a:spcBef>
            </a:pPr>
            <a:r>
              <a:rPr lang="zh-CN" altLang="en-US" dirty="0"/>
              <a:t>持锁时间、何时释放</a:t>
            </a:r>
            <a:endParaRPr lang="zh-CN" altLang="en-US" dirty="0"/>
          </a:p>
          <a:p>
            <a:pPr eaLnBrk="1" hangingPunct="1">
              <a:lnSpc>
                <a:spcPct val="120000"/>
              </a:lnSpc>
              <a:spcBef>
                <a:spcPct val="5000"/>
              </a:spcBef>
            </a:pPr>
            <a:r>
              <a:rPr lang="zh-CN" altLang="en-US" dirty="0">
                <a:solidFill>
                  <a:schemeClr val="tx1"/>
                </a:solidFill>
              </a:rPr>
              <a:t> 不同的封锁协议，在</a:t>
            </a:r>
            <a:r>
              <a:rPr lang="zh-CN" altLang="en-US" dirty="0">
                <a:solidFill>
                  <a:srgbClr val="FF0000"/>
                </a:solidFill>
              </a:rPr>
              <a:t>不同的程度上</a:t>
            </a:r>
            <a:r>
              <a:rPr lang="zh-CN" altLang="en-US" dirty="0">
                <a:solidFill>
                  <a:schemeClr val="tx1"/>
                </a:solidFill>
              </a:rPr>
              <a:t>为并发操</a:t>
            </a:r>
            <a:endParaRPr lang="zh-CN" altLang="en-US" dirty="0">
              <a:solidFill>
                <a:schemeClr val="tx1"/>
              </a:solidFill>
            </a:endParaRPr>
          </a:p>
          <a:p>
            <a:pPr eaLnBrk="1" hangingPunct="1">
              <a:lnSpc>
                <a:spcPct val="120000"/>
              </a:lnSpc>
              <a:spcBef>
                <a:spcPct val="5000"/>
              </a:spcBef>
              <a:buNone/>
            </a:pPr>
            <a:r>
              <a:rPr lang="zh-CN" altLang="en-US" dirty="0">
                <a:solidFill>
                  <a:schemeClr val="tx1"/>
                </a:solidFill>
              </a:rPr>
              <a:t>    作的正确调度提供一定的保证。不同级别的封锁协议达到的</a:t>
            </a:r>
            <a:r>
              <a:rPr lang="zh-CN" altLang="en-US" dirty="0">
                <a:solidFill>
                  <a:srgbClr val="FF0000"/>
                </a:solidFill>
              </a:rPr>
              <a:t>系统一致性级别</a:t>
            </a:r>
            <a:r>
              <a:rPr lang="zh-CN" altLang="en-US" dirty="0">
                <a:solidFill>
                  <a:schemeClr val="tx1"/>
                </a:solidFill>
              </a:rPr>
              <a:t>是不同的。</a:t>
            </a:r>
            <a:endParaRPr lang="zh-CN" altLang="en-US" dirty="0">
              <a:solidFill>
                <a:schemeClr val="tx1"/>
              </a:solidFill>
            </a:endParaRPr>
          </a:p>
          <a:p>
            <a:pPr eaLnBrk="1" hangingPunct="1">
              <a:lnSpc>
                <a:spcPct val="120000"/>
              </a:lnSpc>
              <a:spcBef>
                <a:spcPct val="5000"/>
              </a:spcBef>
            </a:pPr>
            <a:r>
              <a:rPr lang="zh-CN" altLang="en-US" dirty="0">
                <a:solidFill>
                  <a:schemeClr val="tx1"/>
                </a:solidFill>
              </a:rPr>
              <a:t>常用的封锁协议</a:t>
            </a:r>
            <a:r>
              <a:rPr lang="en-US" altLang="zh-CN" dirty="0">
                <a:solidFill>
                  <a:schemeClr val="tx1"/>
                </a:solidFill>
              </a:rPr>
              <a:t>:</a:t>
            </a:r>
            <a:r>
              <a:rPr lang="zh-CN" altLang="en-US" sz="2800" dirty="0">
                <a:solidFill>
                  <a:schemeClr val="tx1"/>
                </a:solidFill>
              </a:rPr>
              <a:t>支持一致性维护的</a:t>
            </a:r>
            <a:r>
              <a:rPr lang="zh-CN" altLang="en-US" sz="2800" dirty="0">
                <a:solidFill>
                  <a:srgbClr val="FF0000"/>
                </a:solidFill>
              </a:rPr>
              <a:t>三级封锁协议</a:t>
            </a:r>
            <a:r>
              <a:rPr lang="en-US" altLang="zh-CN" sz="2800" dirty="0">
                <a:solidFill>
                  <a:schemeClr val="tx1"/>
                </a:solidFill>
              </a:rPr>
              <a:t>/</a:t>
            </a:r>
            <a:r>
              <a:rPr lang="zh-CN" altLang="en-US" sz="2800" dirty="0">
                <a:solidFill>
                  <a:schemeClr val="tx1"/>
                </a:solidFill>
              </a:rPr>
              <a:t>支持并行调度可串行化的</a:t>
            </a:r>
            <a:r>
              <a:rPr lang="zh-CN" altLang="en-US" sz="2800" dirty="0">
                <a:solidFill>
                  <a:srgbClr val="FF0000"/>
                </a:solidFill>
              </a:rPr>
              <a:t>两段锁协议</a:t>
            </a:r>
            <a:r>
              <a:rPr lang="en-US" altLang="zh-CN" sz="2800" dirty="0">
                <a:solidFill>
                  <a:schemeClr val="tx1"/>
                </a:solidFill>
              </a:rPr>
              <a:t>/</a:t>
            </a:r>
            <a:r>
              <a:rPr lang="zh-CN" altLang="en-US" sz="2800" dirty="0">
                <a:solidFill>
                  <a:srgbClr val="FF0000"/>
                </a:solidFill>
              </a:rPr>
              <a:t>避免死锁的协议</a:t>
            </a:r>
            <a:endParaRPr lang="zh-CN" altLang="en-US" sz="2800" dirty="0">
              <a:solidFill>
                <a:srgbClr val="FF0000"/>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4579"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11.3 </a:t>
            </a:r>
            <a:r>
              <a:rPr lang="zh-CN" altLang="en-US" dirty="0"/>
              <a:t>封锁协议</a:t>
            </a:r>
            <a:endParaRPr lang="zh-CN" altLang="en-US" dirty="0"/>
          </a:p>
        </p:txBody>
      </p:sp>
      <p:sp>
        <p:nvSpPr>
          <p:cNvPr id="24580" name="Rectangle 3"/>
          <p:cNvSpPr>
            <a:spLocks noGrp="1"/>
          </p:cNvSpPr>
          <p:nvPr>
            <p:ph idx="1"/>
          </p:nvPr>
        </p:nvSpPr>
        <p:spPr>
          <a:xfrm>
            <a:off x="152400" y="685800"/>
            <a:ext cx="8839200" cy="5943600"/>
          </a:xfrm>
          <a:ln/>
        </p:spPr>
        <p:txBody>
          <a:bodyPr vert="horz" wrap="square" lIns="91440" tIns="45720" rIns="91440" bIns="45720" anchor="t" anchorCtr="0"/>
          <a:p>
            <a:pPr eaLnBrk="1" hangingPunct="1">
              <a:lnSpc>
                <a:spcPct val="120000"/>
              </a:lnSpc>
              <a:spcBef>
                <a:spcPct val="5000"/>
              </a:spcBef>
              <a:buNone/>
            </a:pPr>
            <a:r>
              <a:rPr lang="zh-CN" altLang="en-US" dirty="0">
                <a:solidFill>
                  <a:srgbClr val="FF0000"/>
                </a:solidFill>
              </a:rPr>
              <a:t>一、一级封锁协议</a:t>
            </a:r>
            <a:endParaRPr lang="zh-CN" altLang="en-US" dirty="0">
              <a:solidFill>
                <a:srgbClr val="FF0000"/>
              </a:solidFill>
            </a:endParaRPr>
          </a:p>
          <a:p>
            <a:pPr eaLnBrk="1" hangingPunct="1"/>
            <a:r>
              <a:rPr lang="zh-CN" altLang="en-US" dirty="0">
                <a:solidFill>
                  <a:schemeClr val="tx1"/>
                </a:solidFill>
              </a:rPr>
              <a:t>事务</a:t>
            </a:r>
            <a:r>
              <a:rPr lang="en-US" altLang="zh-CN" dirty="0">
                <a:solidFill>
                  <a:schemeClr val="tx1"/>
                </a:solidFill>
              </a:rPr>
              <a:t>T</a:t>
            </a:r>
            <a:r>
              <a:rPr lang="zh-CN" altLang="en-US" dirty="0">
                <a:solidFill>
                  <a:schemeClr val="tx1"/>
                </a:solidFill>
              </a:rPr>
              <a:t>在修改数据</a:t>
            </a:r>
            <a:r>
              <a:rPr lang="en-US" altLang="zh-CN" dirty="0">
                <a:solidFill>
                  <a:schemeClr val="tx1"/>
                </a:solidFill>
              </a:rPr>
              <a:t>R</a:t>
            </a:r>
            <a:r>
              <a:rPr lang="zh-CN" altLang="en-US" dirty="0">
                <a:solidFill>
                  <a:schemeClr val="tx1"/>
                </a:solidFill>
              </a:rPr>
              <a:t>之前必须先对其加</a:t>
            </a:r>
            <a:r>
              <a:rPr lang="en-US" altLang="zh-CN" dirty="0">
                <a:solidFill>
                  <a:schemeClr val="tx1"/>
                </a:solidFill>
              </a:rPr>
              <a:t>X</a:t>
            </a:r>
            <a:r>
              <a:rPr lang="zh-CN" altLang="en-US" dirty="0">
                <a:solidFill>
                  <a:schemeClr val="tx1"/>
                </a:solidFill>
              </a:rPr>
              <a:t>锁，直到事务结束才释放</a:t>
            </a:r>
            <a:endParaRPr lang="zh-CN" altLang="en-US" dirty="0">
              <a:solidFill>
                <a:schemeClr val="tx1"/>
              </a:solidFill>
            </a:endParaRPr>
          </a:p>
          <a:p>
            <a:pPr lvl="2" eaLnBrk="1" hangingPunct="1">
              <a:buFont typeface="Wingdings" panose="05000000000000000000" pitchFamily="2" charset="2"/>
              <a:buChar char="§"/>
            </a:pPr>
            <a:r>
              <a:rPr lang="zh-CN" altLang="en-US" sz="2800" dirty="0"/>
              <a:t>正常结束</a:t>
            </a:r>
            <a:r>
              <a:rPr lang="zh-CN" altLang="en-US" dirty="0"/>
              <a:t>（</a:t>
            </a:r>
            <a:r>
              <a:rPr lang="en-US" altLang="zh-CN" dirty="0"/>
              <a:t>COMMIT</a:t>
            </a:r>
            <a:r>
              <a:rPr lang="zh-CN" altLang="en-US" dirty="0"/>
              <a:t>）</a:t>
            </a:r>
            <a:endParaRPr lang="zh-CN" altLang="en-US" dirty="0"/>
          </a:p>
          <a:p>
            <a:pPr lvl="2" eaLnBrk="1" hangingPunct="1">
              <a:buFont typeface="Wingdings" panose="05000000000000000000" pitchFamily="2" charset="2"/>
              <a:buChar char="§"/>
            </a:pPr>
            <a:r>
              <a:rPr lang="zh-CN" altLang="en-US" sz="2800" dirty="0"/>
              <a:t>非正常结束</a:t>
            </a:r>
            <a:r>
              <a:rPr lang="zh-CN" altLang="en-US" dirty="0"/>
              <a:t>（</a:t>
            </a:r>
            <a:r>
              <a:rPr lang="en-US" altLang="zh-CN" dirty="0"/>
              <a:t>ROLLBACK</a:t>
            </a:r>
            <a:r>
              <a:rPr lang="zh-CN" altLang="en-US" dirty="0"/>
              <a:t>）</a:t>
            </a:r>
            <a:endParaRPr lang="zh-CN" altLang="en-US" dirty="0"/>
          </a:p>
          <a:p>
            <a:pPr eaLnBrk="1" hangingPunct="1">
              <a:spcBef>
                <a:spcPct val="60000"/>
              </a:spcBef>
            </a:pPr>
            <a:r>
              <a:rPr lang="en-US" altLang="zh-CN" dirty="0">
                <a:solidFill>
                  <a:schemeClr val="tx1"/>
                </a:solidFill>
              </a:rPr>
              <a:t>1</a:t>
            </a:r>
            <a:r>
              <a:rPr lang="zh-CN" altLang="en-US" dirty="0">
                <a:solidFill>
                  <a:schemeClr val="tx1"/>
                </a:solidFill>
              </a:rPr>
              <a:t>级封锁协议可防止丢失修改</a:t>
            </a:r>
            <a:endParaRPr lang="zh-CN" altLang="en-US" dirty="0">
              <a:solidFill>
                <a:schemeClr val="tx1"/>
              </a:solidFill>
            </a:endParaRPr>
          </a:p>
          <a:p>
            <a:pPr eaLnBrk="1" hangingPunct="1">
              <a:spcBef>
                <a:spcPct val="60000"/>
              </a:spcBef>
            </a:pPr>
            <a:r>
              <a:rPr lang="zh-CN" altLang="en-US" dirty="0">
                <a:solidFill>
                  <a:schemeClr val="tx1"/>
                </a:solidFill>
              </a:rPr>
              <a:t>在</a:t>
            </a:r>
            <a:r>
              <a:rPr lang="en-US" altLang="zh-CN" dirty="0">
                <a:solidFill>
                  <a:schemeClr val="tx1"/>
                </a:solidFill>
              </a:rPr>
              <a:t>1</a:t>
            </a:r>
            <a:r>
              <a:rPr lang="zh-CN" altLang="en-US" dirty="0">
                <a:solidFill>
                  <a:schemeClr val="tx1"/>
                </a:solidFill>
              </a:rPr>
              <a:t>级封锁协议中，如果仅是读数据，是不需要加锁的，所以它不能保证可重复读和不读“脏”数据。</a:t>
            </a:r>
            <a:endParaRPr lang="zh-CN" altLang="en-US" dirty="0">
              <a:solidFill>
                <a:schemeClr val="tx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5603"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11.3 </a:t>
            </a:r>
            <a:r>
              <a:rPr lang="zh-CN" altLang="en-US" dirty="0"/>
              <a:t>封锁协议</a:t>
            </a:r>
            <a:endParaRPr lang="zh-CN" altLang="en-US" dirty="0"/>
          </a:p>
        </p:txBody>
      </p:sp>
      <p:sp>
        <p:nvSpPr>
          <p:cNvPr id="25604" name="Rectangle 3"/>
          <p:cNvSpPr>
            <a:spLocks noGrp="1"/>
          </p:cNvSpPr>
          <p:nvPr>
            <p:ph idx="1"/>
          </p:nvPr>
        </p:nvSpPr>
        <p:spPr>
          <a:xfrm>
            <a:off x="4953000" y="838200"/>
            <a:ext cx="3657600" cy="762000"/>
          </a:xfrm>
          <a:ln/>
        </p:spPr>
        <p:txBody>
          <a:bodyPr vert="horz" wrap="square" lIns="91440" tIns="45720" rIns="91440" bIns="45720" anchor="t" anchorCtr="0"/>
          <a:p>
            <a:pPr eaLnBrk="1" hangingPunct="1">
              <a:spcBef>
                <a:spcPct val="60000"/>
              </a:spcBef>
              <a:buNone/>
            </a:pPr>
            <a:r>
              <a:rPr lang="zh-CN" altLang="en-US" dirty="0">
                <a:solidFill>
                  <a:schemeClr val="tx1"/>
                </a:solidFill>
              </a:rPr>
              <a:t>没有丢失更新</a:t>
            </a:r>
            <a:endParaRPr lang="zh-CN" altLang="en-US" dirty="0">
              <a:solidFill>
                <a:schemeClr val="tx1"/>
              </a:solidFill>
            </a:endParaRPr>
          </a:p>
        </p:txBody>
      </p:sp>
      <p:graphicFrame>
        <p:nvGraphicFramePr>
          <p:cNvPr id="319506" name="Group 18"/>
          <p:cNvGraphicFramePr>
            <a:graphicFrameLocks noGrp="1"/>
          </p:cNvGraphicFramePr>
          <p:nvPr/>
        </p:nvGraphicFramePr>
        <p:xfrm>
          <a:off x="457200" y="838200"/>
          <a:ext cx="4267200" cy="5741988"/>
        </p:xfrm>
        <a:graphic>
          <a:graphicData uri="http://schemas.openxmlformats.org/drawingml/2006/table">
            <a:tbl>
              <a:tblPr/>
              <a:tblGrid>
                <a:gridCol w="2181225"/>
                <a:gridCol w="2085975"/>
              </a:tblGrid>
              <a:tr h="533400">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8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rPr>
                        <a:t>T</a:t>
                      </a:r>
                      <a:r>
                        <a:rPr kumimoji="1" lang="en-US" altLang="zh-CN" sz="2800" b="1" i="0" u="none" strike="noStrike" cap="none" normalizeH="0" baseline="-25000" smtClean="0">
                          <a:ln>
                            <a:noFill/>
                          </a:ln>
                          <a:solidFill>
                            <a:schemeClr val="hlink"/>
                          </a:solidFill>
                          <a:effectLst/>
                          <a:latin typeface="Times New Roman" panose="02020603050405020304" pitchFamily="18" charset="0"/>
                          <a:ea typeface="宋体" panose="02010600030101010101" pitchFamily="2" charset="-122"/>
                        </a:rPr>
                        <a:t>1</a:t>
                      </a:r>
                      <a:endParaRPr kumimoji="1" lang="en-US" altLang="zh-CN" sz="2800" b="1" i="0" u="none" strike="noStrike" cap="none" normalizeH="0" baseline="-25000" smtClean="0">
                        <a:ln>
                          <a:noFill/>
                        </a:ln>
                        <a:solidFill>
                          <a:schemeClr val="hlink"/>
                        </a:solidFill>
                        <a:effectLst/>
                        <a:latin typeface="Times New Roman" panose="02020603050405020304" pitchFamily="18" charset="0"/>
                        <a:ea typeface="宋体" panose="02010600030101010101" pitchFamily="2" charset="-122"/>
                      </a:endParaRPr>
                    </a:p>
                  </a:txBody>
                  <a:tcPr marL="90000" marR="90000"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8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rPr>
                        <a:t>T</a:t>
                      </a:r>
                      <a:r>
                        <a:rPr kumimoji="1" lang="en-US" altLang="zh-CN" sz="2800" b="1" i="0" u="none" strike="noStrike" cap="none" normalizeH="0" baseline="-25000" smtClean="0">
                          <a:ln>
                            <a:noFill/>
                          </a:ln>
                          <a:solidFill>
                            <a:schemeClr val="hlink"/>
                          </a:solidFill>
                          <a:effectLst/>
                          <a:latin typeface="Times New Roman" panose="02020603050405020304" pitchFamily="18" charset="0"/>
                          <a:ea typeface="宋体" panose="02010600030101010101" pitchFamily="2" charset="-122"/>
                        </a:rPr>
                        <a:t>2</a:t>
                      </a:r>
                      <a:endParaRPr kumimoji="1" lang="en-US" altLang="zh-CN" sz="2800" b="1" i="0" u="none" strike="noStrike" cap="none" normalizeH="0" baseline="-25000" smtClean="0">
                        <a:ln>
                          <a:noFill/>
                        </a:ln>
                        <a:solidFill>
                          <a:schemeClr val="hlink"/>
                        </a:solidFill>
                        <a:effectLst/>
                        <a:latin typeface="Times New Roman" panose="02020603050405020304" pitchFamily="18" charset="0"/>
                        <a:ea typeface="宋体" panose="02010600030101010101"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208588">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just"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①</a:t>
                      </a: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0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rPr>
                        <a:t>Xlock A</a:t>
                      </a:r>
                      <a:endParaRPr kumimoji="1" lang="en-US" altLang="zh-CN" sz="20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endParaRPr>
                    </a:p>
                    <a:p>
                      <a:pPr marL="0" marR="0" lvl="0" indent="0" algn="just"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a:t>
                      </a:r>
                      <a:r>
                        <a:rPr kumimoji="1"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获得</a:t>
                      </a:r>
                      <a:endParaRPr kumimoji="1"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just"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②</a:t>
                      </a:r>
                      <a:r>
                        <a:rPr kumimoji="1"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1"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读</a:t>
                      </a: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A=16</a:t>
                      </a:r>
                      <a:endPar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just"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a:t>
                      </a:r>
                      <a:endPar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just"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③A←A-1</a:t>
                      </a:r>
                      <a:endPar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just"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a:t>
                      </a:r>
                      <a:r>
                        <a:rPr kumimoji="1"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写回</a:t>
                      </a: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A=15</a:t>
                      </a:r>
                      <a:endPar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just"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Commit</a:t>
                      </a:r>
                      <a:endPar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just"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a:t>
                      </a:r>
                      <a:r>
                        <a:rPr kumimoji="1" lang="en-US" altLang="zh-CN" sz="20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rPr>
                        <a:t>Unlock A</a:t>
                      </a:r>
                      <a:endParaRPr kumimoji="1" lang="en-US" altLang="zh-CN" sz="20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endParaRPr>
                    </a:p>
                    <a:p>
                      <a:pPr marL="0" marR="0" lvl="0" indent="0" algn="just"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④</a:t>
                      </a:r>
                      <a:endPar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just"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a:t>
                      </a:r>
                      <a:endPar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just"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a:t>
                      </a:r>
                      <a:endPar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just"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⑤</a:t>
                      </a:r>
                      <a:endPar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just"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a:t>
                      </a:r>
                      <a:endPar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just"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a:t>
                      </a:r>
                      <a:endPar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just"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a:t>
                      </a:r>
                      <a:endPar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just"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a:t>
                      </a:r>
                      <a:endPar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just"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0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rPr>
                        <a:t>Xlock A</a:t>
                      </a:r>
                      <a:endParaRPr kumimoji="1" lang="en-US" altLang="zh-CN" sz="20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endParaRPr>
                    </a:p>
                    <a:p>
                      <a:pPr marL="0" marR="0" lvl="0" indent="0" algn="just"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等待</a:t>
                      </a:r>
                      <a:endParaRPr kumimoji="1"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just"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等待</a:t>
                      </a:r>
                      <a:endParaRPr kumimoji="1"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just"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等待</a:t>
                      </a:r>
                      <a:endParaRPr kumimoji="1"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just"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等待</a:t>
                      </a:r>
                      <a:endParaRPr kumimoji="1"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just"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获得</a:t>
                      </a: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Xlock A</a:t>
                      </a:r>
                      <a:endPar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just"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读</a:t>
                      </a: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A=15</a:t>
                      </a:r>
                      <a:endPar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just"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A←A-1</a:t>
                      </a:r>
                      <a:endPar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just"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写回</a:t>
                      </a: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A=14</a:t>
                      </a:r>
                      <a:endPar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just"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Commit</a:t>
                      </a:r>
                      <a:endPar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just"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0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rPr>
                        <a:t>Unlock A </a:t>
                      </a:r>
                      <a:endParaRPr kumimoji="1" lang="en-US" altLang="zh-CN" sz="20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6627"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11.3 </a:t>
            </a:r>
            <a:r>
              <a:rPr lang="zh-CN" altLang="en-US" dirty="0"/>
              <a:t>封锁协议</a:t>
            </a:r>
            <a:endParaRPr lang="zh-CN" altLang="en-US" dirty="0"/>
          </a:p>
        </p:txBody>
      </p:sp>
      <p:sp>
        <p:nvSpPr>
          <p:cNvPr id="26628" name="Rectangle 3"/>
          <p:cNvSpPr>
            <a:spLocks noGrp="1"/>
          </p:cNvSpPr>
          <p:nvPr>
            <p:ph idx="1"/>
          </p:nvPr>
        </p:nvSpPr>
        <p:spPr>
          <a:xfrm>
            <a:off x="4953000" y="838200"/>
            <a:ext cx="3657600" cy="762000"/>
          </a:xfrm>
          <a:ln/>
        </p:spPr>
        <p:txBody>
          <a:bodyPr vert="horz" wrap="square" lIns="91440" tIns="45720" rIns="91440" bIns="45720" anchor="t" anchorCtr="0"/>
          <a:p>
            <a:pPr eaLnBrk="1" hangingPunct="1">
              <a:spcBef>
                <a:spcPct val="60000"/>
              </a:spcBef>
              <a:buNone/>
            </a:pPr>
            <a:r>
              <a:rPr lang="zh-CN" altLang="en-US" dirty="0">
                <a:solidFill>
                  <a:schemeClr val="tx1"/>
                </a:solidFill>
              </a:rPr>
              <a:t>读“脏”数据</a:t>
            </a:r>
            <a:endParaRPr lang="zh-CN" altLang="en-US" dirty="0">
              <a:solidFill>
                <a:schemeClr val="tx1"/>
              </a:solidFill>
            </a:endParaRPr>
          </a:p>
        </p:txBody>
      </p:sp>
      <p:grpSp>
        <p:nvGrpSpPr>
          <p:cNvPr id="26629" name="Group 15"/>
          <p:cNvGrpSpPr/>
          <p:nvPr/>
        </p:nvGrpSpPr>
        <p:grpSpPr>
          <a:xfrm>
            <a:off x="685800" y="1066800"/>
            <a:ext cx="4191000" cy="5257800"/>
            <a:chOff x="912" y="753"/>
            <a:chExt cx="2160" cy="3281"/>
          </a:xfrm>
        </p:grpSpPr>
        <p:sp>
          <p:nvSpPr>
            <p:cNvPr id="26630" name="Rectangle 16"/>
            <p:cNvSpPr/>
            <p:nvPr/>
          </p:nvSpPr>
          <p:spPr>
            <a:xfrm>
              <a:off x="2016" y="1003"/>
              <a:ext cx="1056" cy="3031"/>
            </a:xfrm>
            <a:prstGeom prst="rect">
              <a:avLst/>
            </a:prstGeom>
            <a:noFill/>
            <a:ln w="28575">
              <a:noFill/>
            </a:ln>
          </p:spPr>
          <p:txBody>
            <a:bodyPr lIns="90000" tIns="46800" rIns="90000" bIns="4680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eaLnBrk="1" hangingPunct="1">
                <a:buNone/>
              </a:pPr>
              <a:r>
                <a:rPr lang="en-US" altLang="zh-CN" sz="2400" dirty="0"/>
                <a:t>  </a:t>
              </a:r>
              <a:endParaRPr lang="en-US" altLang="zh-CN" sz="2400" dirty="0"/>
            </a:p>
            <a:p>
              <a:pPr marL="0" lvl="0" indent="0" algn="just" eaLnBrk="1" hangingPunct="1">
                <a:buNone/>
              </a:pPr>
              <a:r>
                <a:rPr lang="en-US" altLang="zh-CN" sz="2400" dirty="0"/>
                <a:t> </a:t>
              </a:r>
              <a:endParaRPr lang="en-US" altLang="zh-CN" sz="2400" dirty="0"/>
            </a:p>
            <a:p>
              <a:pPr marL="0" lvl="0" indent="0" algn="just" eaLnBrk="1" hangingPunct="1">
                <a:buNone/>
              </a:pPr>
              <a:r>
                <a:rPr lang="en-US" altLang="zh-CN" sz="2400" dirty="0"/>
                <a:t> </a:t>
              </a:r>
              <a:endParaRPr lang="en-US" altLang="zh-CN" sz="2400" dirty="0"/>
            </a:p>
            <a:p>
              <a:pPr marL="0" lvl="0" indent="0" algn="just" eaLnBrk="1" hangingPunct="1">
                <a:buNone/>
              </a:pPr>
              <a:endParaRPr lang="en-US" altLang="zh-CN" sz="2400" dirty="0"/>
            </a:p>
            <a:p>
              <a:pPr marL="0" lvl="0" indent="0" algn="just" eaLnBrk="1" hangingPunct="1">
                <a:buNone/>
              </a:pPr>
              <a:endParaRPr lang="en-US" altLang="zh-CN" sz="2400" dirty="0"/>
            </a:p>
            <a:p>
              <a:pPr marL="0" lvl="0" indent="0" algn="just" eaLnBrk="1" hangingPunct="1">
                <a:buNone/>
              </a:pPr>
              <a:r>
                <a:rPr lang="zh-CN" altLang="en-US" sz="2400" dirty="0">
                  <a:solidFill>
                    <a:schemeClr val="hlink"/>
                  </a:solidFill>
                </a:rPr>
                <a:t>读</a:t>
              </a:r>
              <a:r>
                <a:rPr lang="en-US" altLang="zh-CN" sz="2400" dirty="0">
                  <a:solidFill>
                    <a:schemeClr val="hlink"/>
                  </a:solidFill>
                </a:rPr>
                <a:t>A=15</a:t>
              </a:r>
              <a:endParaRPr lang="en-US" altLang="zh-CN" sz="2400" dirty="0">
                <a:solidFill>
                  <a:schemeClr val="hlink"/>
                </a:solidFill>
              </a:endParaRPr>
            </a:p>
            <a:p>
              <a:pPr marL="0" lvl="0" indent="0" algn="just" eaLnBrk="1" hangingPunct="1">
                <a:buNone/>
              </a:pPr>
              <a:endParaRPr lang="en-US" altLang="zh-CN" sz="2400" dirty="0">
                <a:solidFill>
                  <a:schemeClr val="tx1"/>
                </a:solidFill>
              </a:endParaRPr>
            </a:p>
            <a:p>
              <a:pPr marL="0" lvl="0" indent="0" algn="just" eaLnBrk="1" hangingPunct="1">
                <a:buNone/>
              </a:pPr>
              <a:endParaRPr lang="en-US" altLang="zh-CN" sz="2400" dirty="0"/>
            </a:p>
            <a:p>
              <a:pPr marL="0" lvl="0" indent="0" algn="just" eaLnBrk="1" hangingPunct="1">
                <a:buNone/>
              </a:pPr>
              <a:endParaRPr lang="en-US" altLang="zh-CN" sz="2400" dirty="0"/>
            </a:p>
            <a:p>
              <a:pPr marL="0" lvl="0" indent="0" algn="just" eaLnBrk="1" hangingPunct="1">
                <a:buNone/>
              </a:pPr>
              <a:endParaRPr lang="en-US" altLang="zh-CN" sz="2400" dirty="0"/>
            </a:p>
          </p:txBody>
        </p:sp>
        <p:sp>
          <p:nvSpPr>
            <p:cNvPr id="26631" name="Rectangle 17"/>
            <p:cNvSpPr/>
            <p:nvPr/>
          </p:nvSpPr>
          <p:spPr>
            <a:xfrm>
              <a:off x="912" y="1003"/>
              <a:ext cx="1104" cy="3031"/>
            </a:xfrm>
            <a:prstGeom prst="rect">
              <a:avLst/>
            </a:prstGeom>
            <a:noFill/>
            <a:ln w="28575">
              <a:noFill/>
            </a:ln>
          </p:spPr>
          <p:txBody>
            <a:bodyPr lIns="90000" tIns="46800" rIns="90000" bIns="4680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algn="just" eaLnBrk="1" hangingPunct="1">
                <a:buNone/>
              </a:pPr>
              <a:r>
                <a:rPr lang="en-US" altLang="zh-CN" sz="2400" dirty="0">
                  <a:solidFill>
                    <a:schemeClr val="tx1"/>
                  </a:solidFill>
                </a:rPr>
                <a:t>①  </a:t>
              </a:r>
              <a:r>
                <a:rPr lang="en-US" altLang="zh-CN" sz="2400" dirty="0">
                  <a:solidFill>
                    <a:srgbClr val="FF0000"/>
                  </a:solidFill>
                </a:rPr>
                <a:t>Xlock A</a:t>
              </a:r>
              <a:endParaRPr lang="en-US" altLang="zh-CN" sz="2400" dirty="0">
                <a:solidFill>
                  <a:srgbClr val="FF0000"/>
                </a:solidFill>
              </a:endParaRPr>
            </a:p>
            <a:p>
              <a:pPr marL="0" lvl="0" indent="0" algn="just" eaLnBrk="1" hangingPunct="1">
                <a:buNone/>
              </a:pPr>
              <a:r>
                <a:rPr lang="en-US" altLang="zh-CN" sz="2400" dirty="0">
                  <a:solidFill>
                    <a:schemeClr val="tx1"/>
                  </a:solidFill>
                </a:rPr>
                <a:t>       </a:t>
              </a:r>
              <a:r>
                <a:rPr lang="zh-CN" altLang="en-US" sz="2400" dirty="0">
                  <a:solidFill>
                    <a:schemeClr val="tx1"/>
                  </a:solidFill>
                </a:rPr>
                <a:t>获得</a:t>
              </a:r>
              <a:endParaRPr lang="zh-CN" altLang="en-US" sz="2400" dirty="0">
                <a:solidFill>
                  <a:schemeClr val="tx1"/>
                </a:solidFill>
              </a:endParaRPr>
            </a:p>
            <a:p>
              <a:pPr marL="0" lvl="0" indent="0" algn="just" eaLnBrk="1" hangingPunct="1">
                <a:buNone/>
              </a:pPr>
              <a:r>
                <a:rPr lang="zh-CN" altLang="en-US" sz="2400" dirty="0">
                  <a:solidFill>
                    <a:schemeClr val="tx1"/>
                  </a:solidFill>
                </a:rPr>
                <a:t>②  读</a:t>
              </a:r>
              <a:r>
                <a:rPr lang="en-US" altLang="zh-CN" sz="2400" dirty="0">
                  <a:solidFill>
                    <a:schemeClr val="tx1"/>
                  </a:solidFill>
                </a:rPr>
                <a:t>A=16</a:t>
              </a:r>
              <a:endParaRPr lang="en-US" altLang="zh-CN" sz="2400" dirty="0">
                <a:solidFill>
                  <a:schemeClr val="tx1"/>
                </a:solidFill>
              </a:endParaRPr>
            </a:p>
            <a:p>
              <a:pPr marL="0" lvl="0" indent="0" algn="just" eaLnBrk="1" hangingPunct="1">
                <a:buNone/>
              </a:pPr>
              <a:r>
                <a:rPr lang="en-US" altLang="zh-CN" sz="2400" dirty="0">
                  <a:solidFill>
                    <a:schemeClr val="tx1"/>
                  </a:solidFill>
                </a:rPr>
                <a:t>      A←A-1</a:t>
              </a:r>
              <a:endParaRPr lang="en-US" altLang="zh-CN" sz="2400" dirty="0">
                <a:solidFill>
                  <a:schemeClr val="tx1"/>
                </a:solidFill>
              </a:endParaRPr>
            </a:p>
            <a:p>
              <a:pPr marL="0" lvl="0" indent="0" algn="just" eaLnBrk="1" hangingPunct="1">
                <a:buNone/>
              </a:pPr>
              <a:r>
                <a:rPr lang="en-US" altLang="zh-CN" sz="2400" dirty="0">
                  <a:solidFill>
                    <a:schemeClr val="tx1"/>
                  </a:solidFill>
                </a:rPr>
                <a:t>      </a:t>
              </a:r>
              <a:r>
                <a:rPr lang="zh-CN" altLang="en-US" sz="2400" dirty="0">
                  <a:solidFill>
                    <a:schemeClr val="tx1"/>
                  </a:solidFill>
                </a:rPr>
                <a:t>写回</a:t>
              </a:r>
              <a:r>
                <a:rPr lang="en-US" altLang="zh-CN" sz="2400" dirty="0">
                  <a:solidFill>
                    <a:schemeClr val="tx1"/>
                  </a:solidFill>
                </a:rPr>
                <a:t>A=15</a:t>
              </a:r>
              <a:endParaRPr lang="en-US" altLang="zh-CN" sz="2400" dirty="0">
                <a:solidFill>
                  <a:schemeClr val="tx1"/>
                </a:solidFill>
              </a:endParaRPr>
            </a:p>
            <a:p>
              <a:pPr marL="0" lvl="0" indent="0" algn="just" eaLnBrk="1" hangingPunct="1">
                <a:buNone/>
              </a:pPr>
              <a:r>
                <a:rPr lang="en-US" altLang="zh-CN" sz="2400" dirty="0">
                  <a:solidFill>
                    <a:schemeClr val="tx1"/>
                  </a:solidFill>
                </a:rPr>
                <a:t>③</a:t>
              </a:r>
              <a:endParaRPr lang="en-US" altLang="zh-CN" sz="2400" dirty="0">
                <a:solidFill>
                  <a:schemeClr val="tx1"/>
                </a:solidFill>
              </a:endParaRPr>
            </a:p>
            <a:p>
              <a:pPr marL="0" lvl="0" indent="0" algn="just" eaLnBrk="1" hangingPunct="1">
                <a:buNone/>
              </a:pPr>
              <a:r>
                <a:rPr lang="en-US" altLang="zh-CN" sz="2400" dirty="0">
                  <a:solidFill>
                    <a:schemeClr val="tx1"/>
                  </a:solidFill>
                </a:rPr>
                <a:t> </a:t>
              </a:r>
              <a:endParaRPr lang="en-US" altLang="zh-CN" sz="2400" dirty="0">
                <a:solidFill>
                  <a:schemeClr val="tx1"/>
                </a:solidFill>
              </a:endParaRPr>
            </a:p>
            <a:p>
              <a:pPr marL="0" lvl="0" indent="0" algn="just" eaLnBrk="1" hangingPunct="1">
                <a:buNone/>
              </a:pPr>
              <a:r>
                <a:rPr lang="en-US" altLang="zh-CN" sz="2400" dirty="0">
                  <a:solidFill>
                    <a:schemeClr val="tx1"/>
                  </a:solidFill>
                </a:rPr>
                <a:t>④ Rollback</a:t>
              </a:r>
              <a:endParaRPr lang="en-US" altLang="zh-CN" sz="2400" dirty="0">
                <a:solidFill>
                  <a:schemeClr val="tx1"/>
                </a:solidFill>
              </a:endParaRPr>
            </a:p>
            <a:p>
              <a:pPr marL="0" lvl="0" indent="0" algn="ctr" eaLnBrk="1" hangingPunct="1">
                <a:buNone/>
              </a:pPr>
              <a:r>
                <a:rPr lang="en-US" altLang="zh-CN" sz="2400" dirty="0">
                  <a:solidFill>
                    <a:srgbClr val="FF0000"/>
                  </a:solidFill>
                </a:rPr>
                <a:t>Unlock A</a:t>
              </a:r>
              <a:endParaRPr lang="en-US" altLang="zh-CN" sz="2400" dirty="0">
                <a:solidFill>
                  <a:srgbClr val="FF0000"/>
                </a:solidFill>
              </a:endParaRPr>
            </a:p>
            <a:p>
              <a:pPr marL="0" lvl="0" indent="0" eaLnBrk="1" hangingPunct="1">
                <a:buNone/>
              </a:pPr>
              <a:endParaRPr lang="en-US" altLang="zh-CN" sz="2400" dirty="0">
                <a:solidFill>
                  <a:srgbClr val="FF0000"/>
                </a:solidFill>
              </a:endParaRPr>
            </a:p>
            <a:p>
              <a:pPr marL="0" lvl="0" indent="0" algn="just" eaLnBrk="1" hangingPunct="1">
                <a:buNone/>
              </a:pPr>
              <a:r>
                <a:rPr lang="en-US" altLang="zh-CN" sz="2400" dirty="0">
                  <a:solidFill>
                    <a:schemeClr val="tx1"/>
                  </a:solidFill>
                </a:rPr>
                <a:t> </a:t>
              </a:r>
              <a:endParaRPr lang="en-US" altLang="zh-CN" sz="2400" dirty="0">
                <a:solidFill>
                  <a:schemeClr val="tx1"/>
                </a:solidFill>
              </a:endParaRPr>
            </a:p>
            <a:p>
              <a:pPr marL="0" lvl="0" indent="0" algn="just" eaLnBrk="1" hangingPunct="1">
                <a:buNone/>
              </a:pPr>
              <a:endParaRPr lang="en-US" altLang="zh-CN" sz="2400" dirty="0">
                <a:solidFill>
                  <a:schemeClr val="tx1"/>
                </a:solidFill>
              </a:endParaRPr>
            </a:p>
          </p:txBody>
        </p:sp>
        <p:sp>
          <p:nvSpPr>
            <p:cNvPr id="26632" name="Rectangle 18"/>
            <p:cNvSpPr/>
            <p:nvPr/>
          </p:nvSpPr>
          <p:spPr>
            <a:xfrm>
              <a:off x="2016" y="753"/>
              <a:ext cx="1056" cy="250"/>
            </a:xfrm>
            <a:prstGeom prst="rect">
              <a:avLst/>
            </a:prstGeom>
            <a:noFill/>
            <a:ln w="28575">
              <a:noFill/>
            </a:ln>
          </p:spPr>
          <p:txBody>
            <a:bodyPr lIns="90000" tIns="46800" rIns="90000" bIns="4680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algn="ctr" eaLnBrk="1" hangingPunct="1">
                <a:buNone/>
              </a:pPr>
              <a:r>
                <a:rPr lang="en-US" altLang="zh-CN" sz="2400" dirty="0">
                  <a:solidFill>
                    <a:schemeClr val="hlink"/>
                  </a:solidFill>
                </a:rPr>
                <a:t>T</a:t>
              </a:r>
              <a:r>
                <a:rPr lang="en-US" altLang="zh-CN" sz="2400" baseline="-25000" dirty="0">
                  <a:solidFill>
                    <a:schemeClr val="hlink"/>
                  </a:solidFill>
                </a:rPr>
                <a:t>2</a:t>
              </a:r>
              <a:endParaRPr lang="en-US" altLang="zh-CN" sz="2400" baseline="-25000" dirty="0">
                <a:solidFill>
                  <a:schemeClr val="hlink"/>
                </a:solidFill>
              </a:endParaRPr>
            </a:p>
          </p:txBody>
        </p:sp>
        <p:sp>
          <p:nvSpPr>
            <p:cNvPr id="26633" name="Rectangle 19"/>
            <p:cNvSpPr/>
            <p:nvPr/>
          </p:nvSpPr>
          <p:spPr>
            <a:xfrm>
              <a:off x="912" y="753"/>
              <a:ext cx="1104" cy="250"/>
            </a:xfrm>
            <a:prstGeom prst="rect">
              <a:avLst/>
            </a:prstGeom>
            <a:noFill/>
            <a:ln w="28575">
              <a:noFill/>
            </a:ln>
          </p:spPr>
          <p:txBody>
            <a:bodyPr lIns="90000" tIns="46800" rIns="90000" bIns="4680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algn="ctr" eaLnBrk="1" hangingPunct="1">
                <a:buNone/>
              </a:pPr>
              <a:r>
                <a:rPr lang="en-US" altLang="zh-CN" sz="2400" dirty="0">
                  <a:solidFill>
                    <a:schemeClr val="hlink"/>
                  </a:solidFill>
                </a:rPr>
                <a:t>T</a:t>
              </a:r>
              <a:r>
                <a:rPr lang="en-US" altLang="zh-CN" sz="2400" baseline="-25000" dirty="0">
                  <a:solidFill>
                    <a:schemeClr val="hlink"/>
                  </a:solidFill>
                </a:rPr>
                <a:t>1</a:t>
              </a:r>
              <a:endParaRPr lang="en-US" altLang="zh-CN" sz="2400" baseline="-25000" dirty="0">
                <a:solidFill>
                  <a:schemeClr val="hlink"/>
                </a:solidFill>
              </a:endParaRPr>
            </a:p>
          </p:txBody>
        </p:sp>
        <p:sp>
          <p:nvSpPr>
            <p:cNvPr id="26634" name="Line 20"/>
            <p:cNvSpPr/>
            <p:nvPr/>
          </p:nvSpPr>
          <p:spPr>
            <a:xfrm>
              <a:off x="912" y="753"/>
              <a:ext cx="2160" cy="0"/>
            </a:xfrm>
            <a:prstGeom prst="line">
              <a:avLst/>
            </a:prstGeom>
            <a:ln w="28575" cap="sq" cmpd="sng">
              <a:solidFill>
                <a:schemeClr val="tx1"/>
              </a:solidFill>
              <a:prstDash val="solid"/>
              <a:headEnd type="none" w="med" len="med"/>
              <a:tailEnd type="none" w="med" len="med"/>
            </a:ln>
          </p:spPr>
        </p:sp>
        <p:sp>
          <p:nvSpPr>
            <p:cNvPr id="26635" name="Line 21"/>
            <p:cNvSpPr/>
            <p:nvPr/>
          </p:nvSpPr>
          <p:spPr>
            <a:xfrm>
              <a:off x="912" y="1003"/>
              <a:ext cx="2160" cy="0"/>
            </a:xfrm>
            <a:prstGeom prst="line">
              <a:avLst/>
            </a:prstGeom>
            <a:ln w="12700" cap="flat" cmpd="sng">
              <a:solidFill>
                <a:schemeClr val="tx1"/>
              </a:solidFill>
              <a:prstDash val="solid"/>
              <a:headEnd type="none" w="med" len="med"/>
              <a:tailEnd type="none" w="med" len="med"/>
            </a:ln>
          </p:spPr>
        </p:sp>
        <p:sp>
          <p:nvSpPr>
            <p:cNvPr id="26636" name="Line 22"/>
            <p:cNvSpPr/>
            <p:nvPr/>
          </p:nvSpPr>
          <p:spPr>
            <a:xfrm>
              <a:off x="912" y="4034"/>
              <a:ext cx="2160" cy="0"/>
            </a:xfrm>
            <a:prstGeom prst="line">
              <a:avLst/>
            </a:prstGeom>
            <a:ln w="28575" cap="sq" cmpd="sng">
              <a:solidFill>
                <a:schemeClr val="tx1"/>
              </a:solidFill>
              <a:prstDash val="solid"/>
              <a:headEnd type="none" w="med" len="med"/>
              <a:tailEnd type="none" w="med" len="med"/>
            </a:ln>
          </p:spPr>
        </p:sp>
        <p:sp>
          <p:nvSpPr>
            <p:cNvPr id="26637" name="Line 23"/>
            <p:cNvSpPr/>
            <p:nvPr/>
          </p:nvSpPr>
          <p:spPr>
            <a:xfrm>
              <a:off x="912" y="753"/>
              <a:ext cx="0" cy="3281"/>
            </a:xfrm>
            <a:prstGeom prst="line">
              <a:avLst/>
            </a:prstGeom>
            <a:ln w="28575" cap="sq" cmpd="sng">
              <a:solidFill>
                <a:schemeClr val="tx1"/>
              </a:solidFill>
              <a:prstDash val="solid"/>
              <a:headEnd type="none" w="med" len="med"/>
              <a:tailEnd type="none" w="med" len="med"/>
            </a:ln>
          </p:spPr>
        </p:sp>
        <p:sp>
          <p:nvSpPr>
            <p:cNvPr id="26638" name="Line 24"/>
            <p:cNvSpPr/>
            <p:nvPr/>
          </p:nvSpPr>
          <p:spPr>
            <a:xfrm>
              <a:off x="2016" y="753"/>
              <a:ext cx="0" cy="3281"/>
            </a:xfrm>
            <a:prstGeom prst="line">
              <a:avLst/>
            </a:prstGeom>
            <a:ln w="12700" cap="flat" cmpd="sng">
              <a:solidFill>
                <a:schemeClr val="tx1"/>
              </a:solidFill>
              <a:prstDash val="solid"/>
              <a:headEnd type="none" w="med" len="med"/>
              <a:tailEnd type="none" w="med" len="med"/>
            </a:ln>
          </p:spPr>
        </p:sp>
        <p:sp>
          <p:nvSpPr>
            <p:cNvPr id="26639" name="Line 25"/>
            <p:cNvSpPr/>
            <p:nvPr/>
          </p:nvSpPr>
          <p:spPr>
            <a:xfrm>
              <a:off x="3072" y="753"/>
              <a:ext cx="0" cy="3281"/>
            </a:xfrm>
            <a:prstGeom prst="line">
              <a:avLst/>
            </a:prstGeom>
            <a:ln w="28575" cap="sq" cmpd="sng">
              <a:solidFill>
                <a:schemeClr val="tx1"/>
              </a:solidFill>
              <a:prstDash val="solid"/>
              <a:headEnd type="none" w="med" len="med"/>
              <a:tailEnd type="none" w="med" len="med"/>
            </a:ln>
          </p:spPr>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7651"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11.3 </a:t>
            </a:r>
            <a:r>
              <a:rPr lang="zh-CN" altLang="en-US" dirty="0"/>
              <a:t>封锁协议</a:t>
            </a:r>
            <a:endParaRPr lang="zh-CN" altLang="en-US" dirty="0"/>
          </a:p>
        </p:txBody>
      </p:sp>
      <p:sp>
        <p:nvSpPr>
          <p:cNvPr id="27652" name="Rectangle 3"/>
          <p:cNvSpPr>
            <a:spLocks noGrp="1"/>
          </p:cNvSpPr>
          <p:nvPr>
            <p:ph idx="1"/>
          </p:nvPr>
        </p:nvSpPr>
        <p:spPr>
          <a:xfrm>
            <a:off x="4953000" y="838200"/>
            <a:ext cx="3657600" cy="762000"/>
          </a:xfrm>
          <a:ln/>
        </p:spPr>
        <p:txBody>
          <a:bodyPr vert="horz" wrap="square" lIns="91440" tIns="45720" rIns="91440" bIns="45720" anchor="t" anchorCtr="0"/>
          <a:p>
            <a:pPr eaLnBrk="1" hangingPunct="1">
              <a:spcBef>
                <a:spcPct val="60000"/>
              </a:spcBef>
              <a:buNone/>
            </a:pPr>
            <a:r>
              <a:rPr lang="zh-CN" altLang="en-US" dirty="0">
                <a:solidFill>
                  <a:schemeClr val="tx1"/>
                </a:solidFill>
              </a:rPr>
              <a:t>不可重复读</a:t>
            </a:r>
            <a:endParaRPr lang="zh-CN" altLang="en-US" dirty="0">
              <a:solidFill>
                <a:schemeClr val="tx1"/>
              </a:solidFill>
            </a:endParaRPr>
          </a:p>
        </p:txBody>
      </p:sp>
      <p:grpSp>
        <p:nvGrpSpPr>
          <p:cNvPr id="27653" name="Group 15"/>
          <p:cNvGrpSpPr/>
          <p:nvPr/>
        </p:nvGrpSpPr>
        <p:grpSpPr>
          <a:xfrm>
            <a:off x="457200" y="838200"/>
            <a:ext cx="4495800" cy="5791200"/>
            <a:chOff x="912" y="753"/>
            <a:chExt cx="2160" cy="3281"/>
          </a:xfrm>
        </p:grpSpPr>
        <p:sp>
          <p:nvSpPr>
            <p:cNvPr id="27654" name="Rectangle 16"/>
            <p:cNvSpPr/>
            <p:nvPr/>
          </p:nvSpPr>
          <p:spPr>
            <a:xfrm>
              <a:off x="2016" y="1003"/>
              <a:ext cx="1056" cy="3031"/>
            </a:xfrm>
            <a:prstGeom prst="rect">
              <a:avLst/>
            </a:prstGeom>
            <a:noFill/>
            <a:ln w="28575">
              <a:noFill/>
            </a:ln>
          </p:spPr>
          <p:txBody>
            <a:bodyPr lIns="90000" tIns="46800" rIns="90000" bIns="4680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eaLnBrk="1" hangingPunct="1">
                <a:buNone/>
              </a:pPr>
              <a:r>
                <a:rPr lang="en-US" altLang="zh-CN" sz="2000" dirty="0">
                  <a:solidFill>
                    <a:schemeClr val="tx1"/>
                  </a:solidFill>
                </a:rPr>
                <a:t>   </a:t>
              </a:r>
              <a:endParaRPr lang="en-US" altLang="zh-CN" sz="2000" dirty="0">
                <a:solidFill>
                  <a:schemeClr val="tx1"/>
                </a:solidFill>
              </a:endParaRPr>
            </a:p>
            <a:p>
              <a:pPr marL="0" lvl="0" indent="0" eaLnBrk="1" hangingPunct="1">
                <a:buNone/>
              </a:pPr>
              <a:endParaRPr lang="en-US" altLang="zh-CN" sz="2000" dirty="0">
                <a:solidFill>
                  <a:schemeClr val="tx1"/>
                </a:solidFill>
              </a:endParaRPr>
            </a:p>
            <a:p>
              <a:pPr marL="0" lvl="0" indent="0" eaLnBrk="1" hangingPunct="1">
                <a:buNone/>
              </a:pPr>
              <a:endParaRPr lang="en-US" altLang="zh-CN" sz="2000" dirty="0">
                <a:solidFill>
                  <a:schemeClr val="tx1"/>
                </a:solidFill>
              </a:endParaRPr>
            </a:p>
            <a:p>
              <a:pPr marL="0" lvl="0" indent="0" eaLnBrk="1" hangingPunct="1">
                <a:buNone/>
              </a:pPr>
              <a:r>
                <a:rPr lang="en-US" altLang="zh-CN" sz="2000" dirty="0">
                  <a:solidFill>
                    <a:schemeClr val="tx1"/>
                  </a:solidFill>
                </a:rPr>
                <a:t>   </a:t>
              </a:r>
              <a:r>
                <a:rPr lang="en-US" altLang="zh-CN" sz="2000" dirty="0">
                  <a:solidFill>
                    <a:srgbClr val="FF0000"/>
                  </a:solidFill>
                </a:rPr>
                <a:t>Xlock B</a:t>
              </a:r>
              <a:endParaRPr lang="en-US" altLang="zh-CN" sz="2000" dirty="0">
                <a:solidFill>
                  <a:srgbClr val="FF0000"/>
                </a:solidFill>
              </a:endParaRPr>
            </a:p>
            <a:p>
              <a:pPr marL="0" lvl="0" indent="0" eaLnBrk="1" hangingPunct="1">
                <a:buNone/>
              </a:pPr>
              <a:r>
                <a:rPr lang="en-US" altLang="zh-CN" sz="2000" dirty="0">
                  <a:solidFill>
                    <a:schemeClr val="tx1"/>
                  </a:solidFill>
                </a:rPr>
                <a:t>    </a:t>
              </a:r>
              <a:r>
                <a:rPr lang="zh-CN" altLang="en-US" sz="2000" dirty="0">
                  <a:solidFill>
                    <a:schemeClr val="tx1"/>
                  </a:solidFill>
                </a:rPr>
                <a:t>获得</a:t>
              </a:r>
              <a:endParaRPr lang="zh-CN" altLang="en-US" sz="2000" dirty="0">
                <a:solidFill>
                  <a:schemeClr val="tx1"/>
                </a:solidFill>
              </a:endParaRPr>
            </a:p>
            <a:p>
              <a:pPr marL="0" lvl="0" indent="0" eaLnBrk="1" hangingPunct="1">
                <a:buNone/>
              </a:pPr>
              <a:r>
                <a:rPr lang="zh-CN" altLang="en-US" sz="2000" dirty="0">
                  <a:solidFill>
                    <a:schemeClr val="tx1"/>
                  </a:solidFill>
                </a:rPr>
                <a:t>   读</a:t>
              </a:r>
              <a:r>
                <a:rPr lang="en-US" altLang="zh-CN" sz="2000" dirty="0">
                  <a:solidFill>
                    <a:schemeClr val="tx1"/>
                  </a:solidFill>
                </a:rPr>
                <a:t>B=100</a:t>
              </a:r>
              <a:endParaRPr lang="en-US" altLang="zh-CN" sz="2000" dirty="0">
                <a:solidFill>
                  <a:schemeClr val="tx1"/>
                </a:solidFill>
              </a:endParaRPr>
            </a:p>
            <a:p>
              <a:pPr marL="0" lvl="0" indent="0" eaLnBrk="1" hangingPunct="1">
                <a:buNone/>
              </a:pPr>
              <a:r>
                <a:rPr lang="en-US" altLang="zh-CN" sz="2000" dirty="0">
                  <a:solidFill>
                    <a:schemeClr val="tx1"/>
                  </a:solidFill>
                </a:rPr>
                <a:t>    B←B*2</a:t>
              </a:r>
              <a:endParaRPr lang="en-US" altLang="zh-CN" sz="2000" dirty="0">
                <a:solidFill>
                  <a:schemeClr val="tx1"/>
                </a:solidFill>
              </a:endParaRPr>
            </a:p>
            <a:p>
              <a:pPr marL="0" lvl="0" indent="0" eaLnBrk="1" hangingPunct="1">
                <a:buNone/>
              </a:pPr>
              <a:r>
                <a:rPr lang="en-US" altLang="zh-CN" sz="2000" dirty="0">
                  <a:solidFill>
                    <a:schemeClr val="tx1"/>
                  </a:solidFill>
                </a:rPr>
                <a:t>    </a:t>
              </a:r>
              <a:r>
                <a:rPr lang="zh-CN" altLang="en-US" sz="2000" dirty="0">
                  <a:solidFill>
                    <a:schemeClr val="tx1"/>
                  </a:solidFill>
                </a:rPr>
                <a:t>写回</a:t>
              </a:r>
              <a:r>
                <a:rPr lang="en-US" altLang="zh-CN" sz="2000" dirty="0">
                  <a:solidFill>
                    <a:schemeClr val="tx1"/>
                  </a:solidFill>
                </a:rPr>
                <a:t>B=200</a:t>
              </a:r>
              <a:endParaRPr lang="en-US" altLang="zh-CN" sz="2000" dirty="0">
                <a:solidFill>
                  <a:schemeClr val="tx1"/>
                </a:solidFill>
              </a:endParaRPr>
            </a:p>
            <a:p>
              <a:pPr marL="0" lvl="0" indent="0" eaLnBrk="1" hangingPunct="1">
                <a:buNone/>
              </a:pPr>
              <a:r>
                <a:rPr lang="en-US" altLang="zh-CN" sz="2000" dirty="0">
                  <a:solidFill>
                    <a:schemeClr val="tx1"/>
                  </a:solidFill>
                </a:rPr>
                <a:t>   Commit</a:t>
              </a:r>
              <a:endParaRPr lang="en-US" altLang="zh-CN" sz="2000" dirty="0">
                <a:solidFill>
                  <a:schemeClr val="tx1"/>
                </a:solidFill>
              </a:endParaRPr>
            </a:p>
            <a:p>
              <a:pPr marL="0" lvl="0" indent="0" eaLnBrk="1" hangingPunct="1">
                <a:buNone/>
              </a:pPr>
              <a:r>
                <a:rPr lang="en-US" altLang="zh-CN" sz="2000" dirty="0">
                  <a:solidFill>
                    <a:schemeClr val="tx1"/>
                  </a:solidFill>
                </a:rPr>
                <a:t>   </a:t>
              </a:r>
              <a:r>
                <a:rPr lang="en-US" altLang="zh-CN" sz="2000" dirty="0">
                  <a:solidFill>
                    <a:srgbClr val="FF0000"/>
                  </a:solidFill>
                </a:rPr>
                <a:t>Unlock B</a:t>
              </a:r>
              <a:endParaRPr lang="en-US" altLang="zh-CN" sz="2000" dirty="0">
                <a:solidFill>
                  <a:srgbClr val="FF0000"/>
                </a:solidFill>
              </a:endParaRPr>
            </a:p>
            <a:p>
              <a:pPr marL="0" lvl="0" indent="0" eaLnBrk="1" hangingPunct="1">
                <a:buNone/>
              </a:pPr>
              <a:endParaRPr lang="en-US" altLang="zh-CN" sz="2000" dirty="0">
                <a:solidFill>
                  <a:srgbClr val="FF0000"/>
                </a:solidFill>
              </a:endParaRPr>
            </a:p>
            <a:p>
              <a:pPr marL="0" lvl="0" indent="0" eaLnBrk="1" hangingPunct="1">
                <a:buNone/>
              </a:pPr>
              <a:endParaRPr lang="en-US" altLang="zh-CN" sz="2000" dirty="0">
                <a:solidFill>
                  <a:schemeClr val="tx1"/>
                </a:solidFill>
              </a:endParaRPr>
            </a:p>
          </p:txBody>
        </p:sp>
        <p:sp>
          <p:nvSpPr>
            <p:cNvPr id="27655" name="Rectangle 17"/>
            <p:cNvSpPr/>
            <p:nvPr/>
          </p:nvSpPr>
          <p:spPr>
            <a:xfrm>
              <a:off x="912" y="1003"/>
              <a:ext cx="1104" cy="3031"/>
            </a:xfrm>
            <a:prstGeom prst="rect">
              <a:avLst/>
            </a:prstGeom>
            <a:noFill/>
            <a:ln w="28575">
              <a:noFill/>
            </a:ln>
          </p:spPr>
          <p:txBody>
            <a:bodyPr lIns="90000" tIns="46800" rIns="90000" bIns="4680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eaLnBrk="1" hangingPunct="1">
                <a:buNone/>
              </a:pPr>
              <a:r>
                <a:rPr lang="en-US" altLang="zh-CN" sz="2000" dirty="0">
                  <a:solidFill>
                    <a:schemeClr val="tx1"/>
                  </a:solidFill>
                </a:rPr>
                <a:t>①</a:t>
              </a:r>
              <a:r>
                <a:rPr lang="zh-CN" altLang="en-US" sz="2000" dirty="0">
                  <a:solidFill>
                    <a:schemeClr val="tx1"/>
                  </a:solidFill>
                </a:rPr>
                <a:t>读</a:t>
              </a:r>
              <a:r>
                <a:rPr lang="en-US" altLang="zh-CN" sz="2000" dirty="0">
                  <a:solidFill>
                    <a:schemeClr val="tx1"/>
                  </a:solidFill>
                </a:rPr>
                <a:t>A=50</a:t>
              </a:r>
              <a:endParaRPr lang="en-US" altLang="zh-CN" sz="2000" dirty="0">
                <a:solidFill>
                  <a:schemeClr val="tx1"/>
                </a:solidFill>
              </a:endParaRPr>
            </a:p>
            <a:p>
              <a:pPr marL="0" lvl="0" indent="0" eaLnBrk="1" hangingPunct="1">
                <a:buNone/>
              </a:pPr>
              <a:r>
                <a:rPr lang="en-US" altLang="zh-CN" sz="2000" dirty="0">
                  <a:solidFill>
                    <a:schemeClr val="tx1"/>
                  </a:solidFill>
                </a:rPr>
                <a:t>    </a:t>
              </a:r>
              <a:r>
                <a:rPr lang="zh-CN" altLang="en-US" sz="2000" dirty="0">
                  <a:solidFill>
                    <a:schemeClr val="tx1"/>
                  </a:solidFill>
                </a:rPr>
                <a:t>读</a:t>
              </a:r>
              <a:r>
                <a:rPr lang="en-US" altLang="zh-CN" sz="2000" dirty="0">
                  <a:solidFill>
                    <a:schemeClr val="tx1"/>
                  </a:solidFill>
                </a:rPr>
                <a:t>B=100</a:t>
              </a:r>
              <a:endParaRPr lang="en-US" altLang="zh-CN" sz="2000" dirty="0">
                <a:solidFill>
                  <a:schemeClr val="tx1"/>
                </a:solidFill>
              </a:endParaRPr>
            </a:p>
            <a:p>
              <a:pPr marL="0" lvl="0" indent="0" eaLnBrk="1" hangingPunct="1">
                <a:buNone/>
              </a:pPr>
              <a:r>
                <a:rPr lang="en-US" altLang="zh-CN" sz="2000" dirty="0">
                  <a:solidFill>
                    <a:schemeClr val="tx1"/>
                  </a:solidFill>
                </a:rPr>
                <a:t>    </a:t>
              </a:r>
              <a:r>
                <a:rPr lang="zh-CN" altLang="en-US" sz="2000" dirty="0">
                  <a:solidFill>
                    <a:schemeClr val="tx1"/>
                  </a:solidFill>
                </a:rPr>
                <a:t>求和</a:t>
              </a:r>
              <a:r>
                <a:rPr lang="en-US" altLang="zh-CN" sz="2000" dirty="0">
                  <a:solidFill>
                    <a:schemeClr val="tx1"/>
                  </a:solidFill>
                </a:rPr>
                <a:t>=150</a:t>
              </a:r>
              <a:endParaRPr lang="en-US" altLang="zh-CN" sz="2000" dirty="0">
                <a:solidFill>
                  <a:schemeClr val="tx1"/>
                </a:solidFill>
              </a:endParaRPr>
            </a:p>
            <a:p>
              <a:pPr marL="0" lvl="0" indent="0" eaLnBrk="1" hangingPunct="1">
                <a:buNone/>
              </a:pPr>
              <a:r>
                <a:rPr lang="en-US" altLang="zh-CN" sz="2000" dirty="0">
                  <a:solidFill>
                    <a:schemeClr val="tx1"/>
                  </a:solidFill>
                </a:rPr>
                <a:t>②</a:t>
              </a:r>
              <a:endParaRPr lang="en-US" altLang="zh-CN" sz="2000" dirty="0">
                <a:solidFill>
                  <a:schemeClr val="tx1"/>
                </a:solidFill>
              </a:endParaRPr>
            </a:p>
            <a:p>
              <a:pPr marL="0" lvl="0" indent="0" eaLnBrk="1" hangingPunct="1">
                <a:buNone/>
              </a:pPr>
              <a:endParaRPr lang="en-US" altLang="zh-CN" sz="2000" dirty="0">
                <a:solidFill>
                  <a:schemeClr val="tx1"/>
                </a:solidFill>
              </a:endParaRPr>
            </a:p>
            <a:p>
              <a:pPr marL="0" lvl="0" indent="0" eaLnBrk="1" hangingPunct="1">
                <a:buNone/>
              </a:pPr>
              <a:endParaRPr lang="en-US" altLang="zh-CN" sz="2000" dirty="0">
                <a:solidFill>
                  <a:schemeClr val="tx1"/>
                </a:solidFill>
              </a:endParaRPr>
            </a:p>
            <a:p>
              <a:pPr marL="0" lvl="0" indent="0" eaLnBrk="1" hangingPunct="1">
                <a:buNone/>
              </a:pPr>
              <a:endParaRPr lang="en-US" altLang="zh-CN" sz="2000" dirty="0">
                <a:solidFill>
                  <a:schemeClr val="tx1"/>
                </a:solidFill>
              </a:endParaRPr>
            </a:p>
            <a:p>
              <a:pPr marL="0" lvl="0" indent="0" eaLnBrk="1" hangingPunct="1">
                <a:buNone/>
              </a:pPr>
              <a:endParaRPr lang="en-US" altLang="zh-CN" sz="2000" dirty="0">
                <a:solidFill>
                  <a:schemeClr val="tx1"/>
                </a:solidFill>
              </a:endParaRPr>
            </a:p>
            <a:p>
              <a:pPr marL="0" lvl="0" indent="0" eaLnBrk="1" hangingPunct="1">
                <a:buNone/>
              </a:pPr>
              <a:endParaRPr lang="en-US" altLang="zh-CN" sz="2000" dirty="0">
                <a:solidFill>
                  <a:schemeClr val="tx1"/>
                </a:solidFill>
              </a:endParaRPr>
            </a:p>
            <a:p>
              <a:pPr marL="0" lvl="0" indent="0" eaLnBrk="1" hangingPunct="1">
                <a:buNone/>
              </a:pPr>
              <a:endParaRPr lang="en-US" altLang="zh-CN" sz="2000" dirty="0">
                <a:solidFill>
                  <a:schemeClr val="tx1"/>
                </a:solidFill>
              </a:endParaRPr>
            </a:p>
            <a:p>
              <a:pPr marL="0" lvl="0" indent="0" eaLnBrk="1" hangingPunct="1">
                <a:buNone/>
              </a:pPr>
              <a:r>
                <a:rPr lang="en-US" altLang="zh-CN" sz="2000" dirty="0">
                  <a:solidFill>
                    <a:schemeClr val="tx1"/>
                  </a:solidFill>
                </a:rPr>
                <a:t>③</a:t>
              </a:r>
              <a:r>
                <a:rPr lang="zh-CN" altLang="en-US" sz="2000" dirty="0">
                  <a:solidFill>
                    <a:schemeClr val="tx1"/>
                  </a:solidFill>
                </a:rPr>
                <a:t>读</a:t>
              </a:r>
              <a:r>
                <a:rPr lang="en-US" altLang="zh-CN" sz="2000" dirty="0">
                  <a:solidFill>
                    <a:schemeClr val="tx1"/>
                  </a:solidFill>
                </a:rPr>
                <a:t>A=50</a:t>
              </a:r>
              <a:endParaRPr lang="en-US" altLang="zh-CN" sz="2000" dirty="0">
                <a:solidFill>
                  <a:schemeClr val="tx1"/>
                </a:solidFill>
              </a:endParaRPr>
            </a:p>
            <a:p>
              <a:pPr marL="0" lvl="0" indent="0" eaLnBrk="1" hangingPunct="1">
                <a:buNone/>
              </a:pPr>
              <a:r>
                <a:rPr lang="en-US" altLang="zh-CN" sz="2000" dirty="0">
                  <a:solidFill>
                    <a:schemeClr val="tx1"/>
                  </a:solidFill>
                </a:rPr>
                <a:t>    </a:t>
              </a:r>
              <a:r>
                <a:rPr lang="zh-CN" altLang="en-US" sz="2000" dirty="0">
                  <a:solidFill>
                    <a:schemeClr val="tx1"/>
                  </a:solidFill>
                </a:rPr>
                <a:t>读</a:t>
              </a:r>
              <a:r>
                <a:rPr lang="en-US" altLang="zh-CN" sz="2000" dirty="0">
                  <a:solidFill>
                    <a:schemeClr val="tx1"/>
                  </a:solidFill>
                </a:rPr>
                <a:t>B=200</a:t>
              </a:r>
              <a:endParaRPr lang="en-US" altLang="zh-CN" sz="2000" dirty="0">
                <a:solidFill>
                  <a:schemeClr val="tx1"/>
                </a:solidFill>
              </a:endParaRPr>
            </a:p>
            <a:p>
              <a:pPr marL="0" lvl="0" indent="0" eaLnBrk="1" hangingPunct="1">
                <a:buNone/>
              </a:pPr>
              <a:r>
                <a:rPr lang="en-US" altLang="zh-CN" sz="2000" dirty="0">
                  <a:solidFill>
                    <a:schemeClr val="tx1"/>
                  </a:solidFill>
                </a:rPr>
                <a:t>    </a:t>
              </a:r>
              <a:r>
                <a:rPr lang="zh-CN" altLang="en-US" sz="2000" dirty="0">
                  <a:solidFill>
                    <a:schemeClr val="tx1"/>
                  </a:solidFill>
                </a:rPr>
                <a:t>求和</a:t>
              </a:r>
              <a:r>
                <a:rPr lang="en-US" altLang="zh-CN" sz="2000" dirty="0">
                  <a:solidFill>
                    <a:schemeClr val="tx1"/>
                  </a:solidFill>
                </a:rPr>
                <a:t>=250</a:t>
              </a:r>
              <a:endParaRPr lang="en-US" altLang="zh-CN" sz="2000" dirty="0">
                <a:solidFill>
                  <a:schemeClr val="tx1"/>
                </a:solidFill>
              </a:endParaRPr>
            </a:p>
            <a:p>
              <a:pPr marL="0" lvl="0" indent="0" eaLnBrk="1" hangingPunct="1">
                <a:buNone/>
              </a:pPr>
              <a:r>
                <a:rPr lang="en-US" altLang="zh-CN" sz="2000" dirty="0">
                  <a:solidFill>
                    <a:schemeClr val="tx1"/>
                  </a:solidFill>
                </a:rPr>
                <a:t>   </a:t>
              </a:r>
              <a:r>
                <a:rPr lang="en-US" altLang="zh-CN" sz="2000" dirty="0">
                  <a:solidFill>
                    <a:srgbClr val="FF0000"/>
                  </a:solidFill>
                </a:rPr>
                <a:t>(</a:t>
              </a:r>
              <a:r>
                <a:rPr lang="zh-CN" altLang="en-US" sz="2000" dirty="0">
                  <a:solidFill>
                    <a:srgbClr val="FF0000"/>
                  </a:solidFill>
                </a:rPr>
                <a:t>验算不对</a:t>
              </a:r>
              <a:r>
                <a:rPr lang="en-US" altLang="zh-CN" sz="2000" dirty="0">
                  <a:solidFill>
                    <a:srgbClr val="FF0000"/>
                  </a:solidFill>
                </a:rPr>
                <a:t>)</a:t>
              </a:r>
              <a:r>
                <a:rPr lang="en-US" altLang="zh-CN" sz="2000" dirty="0">
                  <a:solidFill>
                    <a:schemeClr val="tx1"/>
                  </a:solidFill>
                </a:rPr>
                <a:t> </a:t>
              </a:r>
              <a:endParaRPr lang="en-US" altLang="zh-CN" sz="2000" dirty="0">
                <a:solidFill>
                  <a:schemeClr val="tx1"/>
                </a:solidFill>
              </a:endParaRPr>
            </a:p>
          </p:txBody>
        </p:sp>
        <p:sp>
          <p:nvSpPr>
            <p:cNvPr id="27656" name="Rectangle 18"/>
            <p:cNvSpPr/>
            <p:nvPr/>
          </p:nvSpPr>
          <p:spPr>
            <a:xfrm>
              <a:off x="2016" y="753"/>
              <a:ext cx="1056" cy="250"/>
            </a:xfrm>
            <a:prstGeom prst="rect">
              <a:avLst/>
            </a:prstGeom>
            <a:noFill/>
            <a:ln w="28575">
              <a:noFill/>
            </a:ln>
          </p:spPr>
          <p:txBody>
            <a:bodyPr lIns="90000" tIns="46800" rIns="90000" bIns="4680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algn="ctr" eaLnBrk="1" hangingPunct="1">
                <a:buNone/>
              </a:pPr>
              <a:r>
                <a:rPr lang="en-US" altLang="zh-CN" sz="2000" dirty="0">
                  <a:solidFill>
                    <a:schemeClr val="hlink"/>
                  </a:solidFill>
                </a:rPr>
                <a:t>T</a:t>
              </a:r>
              <a:r>
                <a:rPr lang="en-US" altLang="zh-CN" sz="2000" baseline="-25000" dirty="0">
                  <a:solidFill>
                    <a:schemeClr val="hlink"/>
                  </a:solidFill>
                </a:rPr>
                <a:t>2</a:t>
              </a:r>
              <a:endParaRPr lang="en-US" altLang="zh-CN" sz="2000" baseline="-25000" dirty="0">
                <a:solidFill>
                  <a:schemeClr val="hlink"/>
                </a:solidFill>
              </a:endParaRPr>
            </a:p>
          </p:txBody>
        </p:sp>
        <p:sp>
          <p:nvSpPr>
            <p:cNvPr id="27657" name="Rectangle 19"/>
            <p:cNvSpPr/>
            <p:nvPr/>
          </p:nvSpPr>
          <p:spPr>
            <a:xfrm>
              <a:off x="912" y="753"/>
              <a:ext cx="1104" cy="250"/>
            </a:xfrm>
            <a:prstGeom prst="rect">
              <a:avLst/>
            </a:prstGeom>
            <a:noFill/>
            <a:ln w="28575">
              <a:noFill/>
            </a:ln>
          </p:spPr>
          <p:txBody>
            <a:bodyPr lIns="90000" tIns="46800" rIns="90000" bIns="4680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algn="ctr" eaLnBrk="1" hangingPunct="1">
                <a:buNone/>
              </a:pPr>
              <a:r>
                <a:rPr lang="en-US" altLang="zh-CN" sz="2000" dirty="0">
                  <a:solidFill>
                    <a:schemeClr val="hlink"/>
                  </a:solidFill>
                </a:rPr>
                <a:t>T</a:t>
              </a:r>
              <a:r>
                <a:rPr lang="en-US" altLang="zh-CN" sz="2000" baseline="-25000" dirty="0">
                  <a:solidFill>
                    <a:schemeClr val="hlink"/>
                  </a:solidFill>
                </a:rPr>
                <a:t>1</a:t>
              </a:r>
              <a:endParaRPr lang="en-US" altLang="zh-CN" sz="2000" baseline="-25000" dirty="0">
                <a:solidFill>
                  <a:schemeClr val="hlink"/>
                </a:solidFill>
              </a:endParaRPr>
            </a:p>
          </p:txBody>
        </p:sp>
        <p:sp>
          <p:nvSpPr>
            <p:cNvPr id="27658" name="Line 20"/>
            <p:cNvSpPr/>
            <p:nvPr/>
          </p:nvSpPr>
          <p:spPr>
            <a:xfrm>
              <a:off x="912" y="753"/>
              <a:ext cx="2160" cy="0"/>
            </a:xfrm>
            <a:prstGeom prst="line">
              <a:avLst/>
            </a:prstGeom>
            <a:ln w="28575" cap="sq" cmpd="sng">
              <a:solidFill>
                <a:schemeClr val="tx1"/>
              </a:solidFill>
              <a:prstDash val="solid"/>
              <a:headEnd type="none" w="med" len="med"/>
              <a:tailEnd type="none" w="med" len="med"/>
            </a:ln>
          </p:spPr>
        </p:sp>
        <p:sp>
          <p:nvSpPr>
            <p:cNvPr id="27659" name="Line 21"/>
            <p:cNvSpPr/>
            <p:nvPr/>
          </p:nvSpPr>
          <p:spPr>
            <a:xfrm>
              <a:off x="912" y="1003"/>
              <a:ext cx="2160" cy="0"/>
            </a:xfrm>
            <a:prstGeom prst="line">
              <a:avLst/>
            </a:prstGeom>
            <a:ln w="12700" cap="flat" cmpd="sng">
              <a:solidFill>
                <a:schemeClr val="tx1"/>
              </a:solidFill>
              <a:prstDash val="solid"/>
              <a:headEnd type="none" w="med" len="med"/>
              <a:tailEnd type="none" w="med" len="med"/>
            </a:ln>
          </p:spPr>
        </p:sp>
        <p:sp>
          <p:nvSpPr>
            <p:cNvPr id="27660" name="Line 22"/>
            <p:cNvSpPr/>
            <p:nvPr/>
          </p:nvSpPr>
          <p:spPr>
            <a:xfrm>
              <a:off x="912" y="4034"/>
              <a:ext cx="2160" cy="0"/>
            </a:xfrm>
            <a:prstGeom prst="line">
              <a:avLst/>
            </a:prstGeom>
            <a:ln w="28575" cap="sq" cmpd="sng">
              <a:solidFill>
                <a:schemeClr val="tx1"/>
              </a:solidFill>
              <a:prstDash val="solid"/>
              <a:headEnd type="none" w="med" len="med"/>
              <a:tailEnd type="none" w="med" len="med"/>
            </a:ln>
          </p:spPr>
        </p:sp>
        <p:sp>
          <p:nvSpPr>
            <p:cNvPr id="27661" name="Line 23"/>
            <p:cNvSpPr/>
            <p:nvPr/>
          </p:nvSpPr>
          <p:spPr>
            <a:xfrm>
              <a:off x="912" y="753"/>
              <a:ext cx="0" cy="3281"/>
            </a:xfrm>
            <a:prstGeom prst="line">
              <a:avLst/>
            </a:prstGeom>
            <a:ln w="28575" cap="sq" cmpd="sng">
              <a:solidFill>
                <a:schemeClr val="tx1"/>
              </a:solidFill>
              <a:prstDash val="solid"/>
              <a:headEnd type="none" w="med" len="med"/>
              <a:tailEnd type="none" w="med" len="med"/>
            </a:ln>
          </p:spPr>
        </p:sp>
        <p:sp>
          <p:nvSpPr>
            <p:cNvPr id="27662" name="Line 24"/>
            <p:cNvSpPr/>
            <p:nvPr/>
          </p:nvSpPr>
          <p:spPr>
            <a:xfrm>
              <a:off x="2016" y="753"/>
              <a:ext cx="0" cy="3281"/>
            </a:xfrm>
            <a:prstGeom prst="line">
              <a:avLst/>
            </a:prstGeom>
            <a:ln w="12700" cap="flat" cmpd="sng">
              <a:solidFill>
                <a:schemeClr val="tx1"/>
              </a:solidFill>
              <a:prstDash val="solid"/>
              <a:headEnd type="none" w="med" len="med"/>
              <a:tailEnd type="none" w="med" len="med"/>
            </a:ln>
          </p:spPr>
        </p:sp>
        <p:sp>
          <p:nvSpPr>
            <p:cNvPr id="27663" name="Line 25"/>
            <p:cNvSpPr/>
            <p:nvPr/>
          </p:nvSpPr>
          <p:spPr>
            <a:xfrm>
              <a:off x="3072" y="753"/>
              <a:ext cx="0" cy="3281"/>
            </a:xfrm>
            <a:prstGeom prst="line">
              <a:avLst/>
            </a:prstGeom>
            <a:ln w="28575" cap="sq" cmpd="sng">
              <a:solidFill>
                <a:schemeClr val="tx1"/>
              </a:solidFill>
              <a:prstDash val="solid"/>
              <a:headEnd type="none" w="med" len="med"/>
              <a:tailEnd type="none" w="med" len="med"/>
            </a:ln>
          </p:spPr>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8675"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11.3 </a:t>
            </a:r>
            <a:r>
              <a:rPr lang="zh-CN" altLang="en-US" dirty="0"/>
              <a:t>封锁协议</a:t>
            </a:r>
            <a:endParaRPr lang="zh-CN" altLang="en-US" dirty="0"/>
          </a:p>
        </p:txBody>
      </p:sp>
      <p:sp>
        <p:nvSpPr>
          <p:cNvPr id="28676" name="Rectangle 3"/>
          <p:cNvSpPr>
            <a:spLocks noGrp="1"/>
          </p:cNvSpPr>
          <p:nvPr>
            <p:ph idx="1"/>
          </p:nvPr>
        </p:nvSpPr>
        <p:spPr>
          <a:xfrm>
            <a:off x="152400" y="685800"/>
            <a:ext cx="8839200" cy="5943600"/>
          </a:xfrm>
          <a:ln/>
        </p:spPr>
        <p:txBody>
          <a:bodyPr vert="horz" wrap="square" lIns="91440" tIns="45720" rIns="91440" bIns="45720" anchor="t" anchorCtr="0"/>
          <a:p>
            <a:pPr eaLnBrk="1" hangingPunct="1">
              <a:lnSpc>
                <a:spcPct val="120000"/>
              </a:lnSpc>
              <a:spcBef>
                <a:spcPct val="5000"/>
              </a:spcBef>
              <a:buNone/>
            </a:pPr>
            <a:r>
              <a:rPr lang="zh-CN" altLang="en-US" dirty="0">
                <a:solidFill>
                  <a:srgbClr val="FF0000"/>
                </a:solidFill>
              </a:rPr>
              <a:t>二、二级封锁协议</a:t>
            </a:r>
            <a:endParaRPr lang="zh-CN" altLang="en-US" dirty="0">
              <a:solidFill>
                <a:srgbClr val="FF0000"/>
              </a:solidFill>
            </a:endParaRPr>
          </a:p>
          <a:p>
            <a:pPr eaLnBrk="1" hangingPunct="1"/>
            <a:r>
              <a:rPr lang="en-US" altLang="zh-CN" dirty="0">
                <a:solidFill>
                  <a:schemeClr val="tx1"/>
                </a:solidFill>
              </a:rPr>
              <a:t>1</a:t>
            </a:r>
            <a:r>
              <a:rPr lang="zh-CN" altLang="en-US" dirty="0">
                <a:solidFill>
                  <a:schemeClr val="tx1"/>
                </a:solidFill>
              </a:rPr>
              <a:t>级封锁协议</a:t>
            </a:r>
            <a:r>
              <a:rPr lang="en-US" altLang="zh-CN" dirty="0">
                <a:solidFill>
                  <a:schemeClr val="tx1"/>
                </a:solidFill>
              </a:rPr>
              <a:t>+</a:t>
            </a:r>
            <a:r>
              <a:rPr lang="zh-CN" altLang="en-US" dirty="0">
                <a:solidFill>
                  <a:schemeClr val="tx1"/>
                </a:solidFill>
              </a:rPr>
              <a:t>事务</a:t>
            </a:r>
            <a:r>
              <a:rPr lang="en-US" altLang="zh-CN" dirty="0">
                <a:solidFill>
                  <a:schemeClr val="tx1"/>
                </a:solidFill>
              </a:rPr>
              <a:t>T</a:t>
            </a:r>
            <a:r>
              <a:rPr lang="zh-CN" altLang="en-US" dirty="0">
                <a:solidFill>
                  <a:schemeClr val="tx1"/>
                </a:solidFill>
              </a:rPr>
              <a:t>在</a:t>
            </a:r>
            <a:r>
              <a:rPr lang="zh-CN" altLang="en-US" dirty="0">
                <a:solidFill>
                  <a:srgbClr val="FF0000"/>
                </a:solidFill>
              </a:rPr>
              <a:t>读</a:t>
            </a:r>
            <a:r>
              <a:rPr lang="zh-CN" altLang="en-US" dirty="0">
                <a:solidFill>
                  <a:schemeClr val="tx1"/>
                </a:solidFill>
              </a:rPr>
              <a:t>取数据</a:t>
            </a:r>
            <a:r>
              <a:rPr lang="en-US" altLang="zh-CN" dirty="0">
                <a:solidFill>
                  <a:schemeClr val="tx1"/>
                </a:solidFill>
              </a:rPr>
              <a:t>R</a:t>
            </a:r>
            <a:r>
              <a:rPr lang="zh-CN" altLang="en-US" dirty="0">
                <a:solidFill>
                  <a:schemeClr val="tx1"/>
                </a:solidFill>
              </a:rPr>
              <a:t>前必须先</a:t>
            </a:r>
            <a:r>
              <a:rPr lang="zh-CN" altLang="en-US" dirty="0">
                <a:solidFill>
                  <a:srgbClr val="FF0000"/>
                </a:solidFill>
              </a:rPr>
              <a:t>加</a:t>
            </a:r>
            <a:r>
              <a:rPr lang="en-US" altLang="zh-CN" dirty="0">
                <a:solidFill>
                  <a:srgbClr val="FF0000"/>
                </a:solidFill>
              </a:rPr>
              <a:t>S</a:t>
            </a:r>
            <a:r>
              <a:rPr lang="zh-CN" altLang="en-US" dirty="0">
                <a:solidFill>
                  <a:schemeClr val="tx1"/>
                </a:solidFill>
              </a:rPr>
              <a:t>锁，读完后即可释放</a:t>
            </a:r>
            <a:r>
              <a:rPr lang="en-US" altLang="zh-CN" dirty="0">
                <a:solidFill>
                  <a:schemeClr val="tx1"/>
                </a:solidFill>
              </a:rPr>
              <a:t>S</a:t>
            </a:r>
            <a:r>
              <a:rPr lang="zh-CN" altLang="en-US" dirty="0">
                <a:solidFill>
                  <a:schemeClr val="tx1"/>
                </a:solidFill>
              </a:rPr>
              <a:t>锁</a:t>
            </a:r>
            <a:endParaRPr lang="zh-CN" altLang="en-US" dirty="0">
              <a:solidFill>
                <a:schemeClr val="tx1"/>
              </a:solidFill>
            </a:endParaRPr>
          </a:p>
          <a:p>
            <a:pPr eaLnBrk="1" hangingPunct="1"/>
            <a:r>
              <a:rPr lang="en-US" altLang="zh-CN" dirty="0">
                <a:solidFill>
                  <a:schemeClr val="tx1"/>
                </a:solidFill>
              </a:rPr>
              <a:t>2</a:t>
            </a:r>
            <a:r>
              <a:rPr lang="zh-CN" altLang="en-US" dirty="0">
                <a:solidFill>
                  <a:schemeClr val="tx1"/>
                </a:solidFill>
              </a:rPr>
              <a:t>级封锁协议可以防止丢失修改和读“脏”数据。</a:t>
            </a:r>
            <a:endParaRPr lang="zh-CN" altLang="en-US" dirty="0">
              <a:solidFill>
                <a:schemeClr val="tx1"/>
              </a:solidFill>
            </a:endParaRPr>
          </a:p>
          <a:p>
            <a:pPr eaLnBrk="1" hangingPunct="1"/>
            <a:r>
              <a:rPr lang="zh-CN" altLang="en-US" dirty="0">
                <a:solidFill>
                  <a:schemeClr val="tx1"/>
                </a:solidFill>
              </a:rPr>
              <a:t>在</a:t>
            </a:r>
            <a:r>
              <a:rPr lang="en-US" altLang="zh-CN" dirty="0">
                <a:solidFill>
                  <a:schemeClr val="tx1"/>
                </a:solidFill>
              </a:rPr>
              <a:t>2</a:t>
            </a:r>
            <a:r>
              <a:rPr lang="zh-CN" altLang="en-US" dirty="0">
                <a:solidFill>
                  <a:schemeClr val="tx1"/>
                </a:solidFill>
              </a:rPr>
              <a:t>级封锁协议中，由于读完数据后即可释放</a:t>
            </a:r>
            <a:r>
              <a:rPr lang="en-US" altLang="zh-CN" dirty="0">
                <a:solidFill>
                  <a:schemeClr val="tx1"/>
                </a:solidFill>
              </a:rPr>
              <a:t>S</a:t>
            </a:r>
            <a:r>
              <a:rPr lang="zh-CN" altLang="en-US" dirty="0">
                <a:solidFill>
                  <a:schemeClr val="tx1"/>
                </a:solidFill>
              </a:rPr>
              <a:t>锁，所以它不能保证可重复读</a:t>
            </a:r>
            <a:r>
              <a:rPr lang="zh-CN" altLang="en-US" sz="2800" dirty="0">
                <a:solidFill>
                  <a:schemeClr val="tx1"/>
                </a:solidFill>
              </a:rPr>
              <a:t>。</a:t>
            </a:r>
            <a:endParaRPr lang="zh-CN" altLang="en-US" sz="2800" dirty="0">
              <a:solidFill>
                <a:schemeClr val="tx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9699"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11.3 </a:t>
            </a:r>
            <a:r>
              <a:rPr lang="zh-CN" altLang="en-US" dirty="0"/>
              <a:t>封锁协议</a:t>
            </a:r>
            <a:endParaRPr lang="zh-CN" altLang="en-US" dirty="0"/>
          </a:p>
        </p:txBody>
      </p:sp>
      <p:sp>
        <p:nvSpPr>
          <p:cNvPr id="29700" name="Rectangle 3"/>
          <p:cNvSpPr>
            <a:spLocks noGrp="1"/>
          </p:cNvSpPr>
          <p:nvPr>
            <p:ph idx="1"/>
          </p:nvPr>
        </p:nvSpPr>
        <p:spPr>
          <a:xfrm>
            <a:off x="4038600" y="5562600"/>
            <a:ext cx="3657600" cy="762000"/>
          </a:xfrm>
          <a:ln/>
        </p:spPr>
        <p:txBody>
          <a:bodyPr vert="horz" wrap="square" lIns="91440" tIns="45720" rIns="91440" bIns="45720" anchor="t" anchorCtr="0"/>
          <a:p>
            <a:pPr eaLnBrk="1" hangingPunct="1">
              <a:spcBef>
                <a:spcPct val="60000"/>
              </a:spcBef>
              <a:buNone/>
            </a:pPr>
            <a:r>
              <a:rPr lang="zh-CN" altLang="en-US" dirty="0">
                <a:solidFill>
                  <a:schemeClr val="tx1"/>
                </a:solidFill>
              </a:rPr>
              <a:t>不可重复读</a:t>
            </a:r>
            <a:endParaRPr lang="zh-CN" altLang="en-US" dirty="0">
              <a:solidFill>
                <a:schemeClr val="tx1"/>
              </a:solidFill>
            </a:endParaRPr>
          </a:p>
        </p:txBody>
      </p:sp>
      <p:grpSp>
        <p:nvGrpSpPr>
          <p:cNvPr id="29701" name="Group 15"/>
          <p:cNvGrpSpPr/>
          <p:nvPr/>
        </p:nvGrpSpPr>
        <p:grpSpPr>
          <a:xfrm>
            <a:off x="381000" y="914400"/>
            <a:ext cx="3505200" cy="5486400"/>
            <a:chOff x="720" y="768"/>
            <a:chExt cx="2208" cy="2989"/>
          </a:xfrm>
        </p:grpSpPr>
        <p:sp>
          <p:nvSpPr>
            <p:cNvPr id="29713" name="Rectangle 16"/>
            <p:cNvSpPr/>
            <p:nvPr/>
          </p:nvSpPr>
          <p:spPr>
            <a:xfrm>
              <a:off x="720" y="1008"/>
              <a:ext cx="1056" cy="2749"/>
            </a:xfrm>
            <a:prstGeom prst="rect">
              <a:avLst/>
            </a:prstGeom>
            <a:noFill/>
            <a:ln w="28575">
              <a:noFill/>
            </a:ln>
          </p:spPr>
          <p:txBody>
            <a:bodyPr lIns="90000" tIns="46800" rIns="90000" bIns="4680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eaLnBrk="1" hangingPunct="1">
                <a:buNone/>
              </a:pPr>
              <a:r>
                <a:rPr lang="en-US" altLang="zh-CN" sz="2000" dirty="0">
                  <a:solidFill>
                    <a:schemeClr val="tx1"/>
                  </a:solidFill>
                </a:rPr>
                <a:t>① Slock A</a:t>
              </a:r>
              <a:endParaRPr lang="en-US" altLang="zh-CN" sz="2000" dirty="0">
                <a:solidFill>
                  <a:schemeClr val="tx1"/>
                </a:solidFill>
              </a:endParaRPr>
            </a:p>
            <a:p>
              <a:pPr marL="0" lvl="0" indent="0" eaLnBrk="1" hangingPunct="1">
                <a:buNone/>
              </a:pPr>
              <a:r>
                <a:rPr lang="en-US" altLang="zh-CN" sz="2000" dirty="0">
                  <a:solidFill>
                    <a:schemeClr val="tx1"/>
                  </a:solidFill>
                </a:rPr>
                <a:t>     </a:t>
              </a:r>
              <a:r>
                <a:rPr lang="zh-CN" altLang="en-US" sz="2000" dirty="0">
                  <a:solidFill>
                    <a:schemeClr val="tx1"/>
                  </a:solidFill>
                </a:rPr>
                <a:t>获得</a:t>
              </a:r>
              <a:endParaRPr lang="zh-CN" altLang="en-US" sz="2000" dirty="0">
                <a:solidFill>
                  <a:schemeClr val="tx1"/>
                </a:solidFill>
              </a:endParaRPr>
            </a:p>
            <a:p>
              <a:pPr marL="0" lvl="0" indent="0" eaLnBrk="1" hangingPunct="1">
                <a:buNone/>
              </a:pPr>
              <a:r>
                <a:rPr lang="zh-CN" altLang="en-US" sz="2000" dirty="0">
                  <a:solidFill>
                    <a:schemeClr val="tx1"/>
                  </a:solidFill>
                </a:rPr>
                <a:t>     读</a:t>
              </a:r>
              <a:r>
                <a:rPr lang="en-US" altLang="zh-CN" sz="2000" dirty="0">
                  <a:solidFill>
                    <a:schemeClr val="tx1"/>
                  </a:solidFill>
                </a:rPr>
                <a:t>A=50</a:t>
              </a:r>
              <a:endParaRPr lang="en-US" altLang="zh-CN" sz="2000" dirty="0">
                <a:solidFill>
                  <a:schemeClr val="tx1"/>
                </a:solidFill>
              </a:endParaRPr>
            </a:p>
            <a:p>
              <a:pPr marL="0" lvl="0" indent="0" eaLnBrk="1" hangingPunct="1">
                <a:buNone/>
              </a:pPr>
              <a:r>
                <a:rPr lang="en-US" altLang="zh-CN" sz="2000" dirty="0">
                  <a:solidFill>
                    <a:schemeClr val="tx1"/>
                  </a:solidFill>
                </a:rPr>
                <a:t>     Unlock A</a:t>
              </a:r>
              <a:endParaRPr lang="en-US" altLang="zh-CN" sz="2000" dirty="0">
                <a:solidFill>
                  <a:schemeClr val="tx1"/>
                </a:solidFill>
              </a:endParaRPr>
            </a:p>
            <a:p>
              <a:pPr marL="0" lvl="0" indent="0" eaLnBrk="1" hangingPunct="1">
                <a:buNone/>
              </a:pPr>
              <a:r>
                <a:rPr lang="en-US" altLang="zh-CN" sz="2000" dirty="0">
                  <a:solidFill>
                    <a:schemeClr val="tx1"/>
                  </a:solidFill>
                </a:rPr>
                <a:t>② Slock B</a:t>
              </a:r>
              <a:endParaRPr lang="en-US" altLang="zh-CN" sz="2000" dirty="0">
                <a:solidFill>
                  <a:schemeClr val="tx1"/>
                </a:solidFill>
              </a:endParaRPr>
            </a:p>
            <a:p>
              <a:pPr marL="0" lvl="0" indent="0" eaLnBrk="1" hangingPunct="1">
                <a:buNone/>
              </a:pPr>
              <a:r>
                <a:rPr lang="en-US" altLang="zh-CN" sz="2000" dirty="0">
                  <a:solidFill>
                    <a:schemeClr val="tx1"/>
                  </a:solidFill>
                </a:rPr>
                <a:t>     </a:t>
              </a:r>
              <a:r>
                <a:rPr lang="zh-CN" altLang="en-US" sz="2000" dirty="0">
                  <a:solidFill>
                    <a:schemeClr val="tx1"/>
                  </a:solidFill>
                </a:rPr>
                <a:t>获得</a:t>
              </a:r>
              <a:endParaRPr lang="zh-CN" altLang="en-US" sz="2000" dirty="0">
                <a:solidFill>
                  <a:schemeClr val="tx1"/>
                </a:solidFill>
              </a:endParaRPr>
            </a:p>
            <a:p>
              <a:pPr marL="0" lvl="0" indent="0" eaLnBrk="1" hangingPunct="1">
                <a:buNone/>
              </a:pPr>
              <a:r>
                <a:rPr lang="zh-CN" altLang="en-US" sz="2000" dirty="0">
                  <a:solidFill>
                    <a:schemeClr val="tx1"/>
                  </a:solidFill>
                </a:rPr>
                <a:t>     读</a:t>
              </a:r>
              <a:r>
                <a:rPr lang="en-US" altLang="zh-CN" sz="2000" dirty="0">
                  <a:solidFill>
                    <a:schemeClr val="tx1"/>
                  </a:solidFill>
                </a:rPr>
                <a:t>B=100</a:t>
              </a:r>
              <a:endParaRPr lang="en-US" altLang="zh-CN" sz="2000" dirty="0">
                <a:solidFill>
                  <a:schemeClr val="tx1"/>
                </a:solidFill>
              </a:endParaRPr>
            </a:p>
            <a:p>
              <a:pPr marL="0" lvl="0" indent="0" eaLnBrk="1" hangingPunct="1">
                <a:buNone/>
              </a:pPr>
              <a:r>
                <a:rPr lang="en-US" altLang="zh-CN" sz="2000" dirty="0">
                  <a:solidFill>
                    <a:schemeClr val="tx1"/>
                  </a:solidFill>
                </a:rPr>
                <a:t>     Unlock  B</a:t>
              </a:r>
              <a:endParaRPr lang="en-US" altLang="zh-CN" sz="2000" dirty="0">
                <a:solidFill>
                  <a:schemeClr val="tx1"/>
                </a:solidFill>
              </a:endParaRPr>
            </a:p>
            <a:p>
              <a:pPr marL="0" lvl="0" indent="0" eaLnBrk="1" hangingPunct="1">
                <a:buNone/>
              </a:pPr>
              <a:r>
                <a:rPr lang="en-US" altLang="zh-CN" sz="2000" dirty="0">
                  <a:solidFill>
                    <a:schemeClr val="tx1"/>
                  </a:solidFill>
                </a:rPr>
                <a:t>③ </a:t>
              </a:r>
              <a:r>
                <a:rPr lang="zh-CN" altLang="en-US" sz="2000" dirty="0">
                  <a:solidFill>
                    <a:schemeClr val="tx1"/>
                  </a:solidFill>
                </a:rPr>
                <a:t>求和</a:t>
              </a:r>
              <a:r>
                <a:rPr lang="en-US" altLang="zh-CN" sz="2000" dirty="0">
                  <a:solidFill>
                    <a:schemeClr val="tx1"/>
                  </a:solidFill>
                </a:rPr>
                <a:t>=150</a:t>
              </a:r>
              <a:endParaRPr lang="en-US" altLang="zh-CN" sz="2000" dirty="0">
                <a:solidFill>
                  <a:schemeClr val="tx1"/>
                </a:solidFill>
              </a:endParaRPr>
            </a:p>
            <a:p>
              <a:pPr marL="0" lvl="0" indent="0" eaLnBrk="1" hangingPunct="1">
                <a:lnSpc>
                  <a:spcPct val="160000"/>
                </a:lnSpc>
                <a:spcBef>
                  <a:spcPct val="0"/>
                </a:spcBef>
                <a:buNone/>
              </a:pPr>
              <a:endParaRPr lang="en-US" altLang="zh-CN" sz="2000" dirty="0">
                <a:solidFill>
                  <a:schemeClr val="tx1"/>
                </a:solidFill>
              </a:endParaRPr>
            </a:p>
            <a:p>
              <a:pPr marL="0" lvl="0" indent="0" eaLnBrk="1" hangingPunct="1">
                <a:buNone/>
              </a:pPr>
              <a:endParaRPr lang="en-US" altLang="zh-CN" sz="2000" dirty="0">
                <a:solidFill>
                  <a:schemeClr val="tx1"/>
                </a:solidFill>
              </a:endParaRPr>
            </a:p>
          </p:txBody>
        </p:sp>
        <p:sp>
          <p:nvSpPr>
            <p:cNvPr id="29714" name="Rectangle 17"/>
            <p:cNvSpPr/>
            <p:nvPr/>
          </p:nvSpPr>
          <p:spPr>
            <a:xfrm>
              <a:off x="1824" y="1008"/>
              <a:ext cx="1104" cy="2749"/>
            </a:xfrm>
            <a:prstGeom prst="rect">
              <a:avLst/>
            </a:prstGeom>
            <a:noFill/>
            <a:ln w="28575">
              <a:noFill/>
            </a:ln>
          </p:spPr>
          <p:txBody>
            <a:bodyPr lIns="90000" tIns="46800" rIns="90000" bIns="4680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algn="just" eaLnBrk="1" hangingPunct="1">
                <a:buNone/>
              </a:pPr>
              <a:r>
                <a:rPr lang="en-US" altLang="zh-CN" sz="2000" dirty="0">
                  <a:solidFill>
                    <a:schemeClr val="tx1"/>
                  </a:solidFill>
                </a:rPr>
                <a:t> </a:t>
              </a:r>
              <a:endParaRPr lang="en-US" altLang="zh-CN" sz="2000" dirty="0">
                <a:solidFill>
                  <a:schemeClr val="tx1"/>
                </a:solidFill>
              </a:endParaRPr>
            </a:p>
            <a:p>
              <a:pPr marL="0" lvl="0" indent="0" algn="just" eaLnBrk="1" hangingPunct="1">
                <a:buNone/>
              </a:pPr>
              <a:endParaRPr lang="en-US" altLang="zh-CN" sz="2000" dirty="0">
                <a:solidFill>
                  <a:schemeClr val="tx1"/>
                </a:solidFill>
              </a:endParaRPr>
            </a:p>
            <a:p>
              <a:pPr marL="0" lvl="0" indent="0" eaLnBrk="1" hangingPunct="1">
                <a:buNone/>
              </a:pPr>
              <a:endParaRPr lang="en-US" altLang="zh-CN" sz="2000" dirty="0">
                <a:solidFill>
                  <a:schemeClr val="tx1"/>
                </a:solidFill>
              </a:endParaRPr>
            </a:p>
            <a:p>
              <a:pPr marL="0" lvl="0" indent="0" eaLnBrk="1" hangingPunct="1">
                <a:buNone/>
              </a:pPr>
              <a:endParaRPr lang="en-US" altLang="zh-CN" sz="2000" dirty="0">
                <a:solidFill>
                  <a:schemeClr val="tx1"/>
                </a:solidFill>
              </a:endParaRPr>
            </a:p>
            <a:p>
              <a:pPr marL="0" lvl="0" indent="0" algn="just" eaLnBrk="1" hangingPunct="1">
                <a:lnSpc>
                  <a:spcPct val="120000"/>
                </a:lnSpc>
                <a:buNone/>
              </a:pPr>
              <a:endParaRPr lang="en-US" altLang="zh-CN" sz="2000" dirty="0">
                <a:solidFill>
                  <a:schemeClr val="tx1"/>
                </a:solidFill>
              </a:endParaRPr>
            </a:p>
            <a:p>
              <a:pPr marL="0" lvl="0" indent="0" algn="just" eaLnBrk="1" hangingPunct="1">
                <a:lnSpc>
                  <a:spcPct val="120000"/>
                </a:lnSpc>
                <a:buNone/>
              </a:pPr>
              <a:r>
                <a:rPr lang="en-US" altLang="zh-CN" sz="2000" dirty="0">
                  <a:solidFill>
                    <a:schemeClr val="tx1"/>
                  </a:solidFill>
                </a:rPr>
                <a:t>Xlock B</a:t>
              </a:r>
              <a:endParaRPr lang="en-US" altLang="zh-CN" sz="2000" dirty="0">
                <a:solidFill>
                  <a:schemeClr val="tx1"/>
                </a:solidFill>
              </a:endParaRPr>
            </a:p>
            <a:p>
              <a:pPr marL="0" lvl="0" indent="0" eaLnBrk="1" hangingPunct="1">
                <a:lnSpc>
                  <a:spcPct val="90000"/>
                </a:lnSpc>
                <a:buNone/>
              </a:pPr>
              <a:r>
                <a:rPr lang="zh-CN" altLang="en-US" sz="2000" dirty="0">
                  <a:solidFill>
                    <a:schemeClr val="tx1"/>
                  </a:solidFill>
                </a:rPr>
                <a:t>等待</a:t>
              </a:r>
              <a:endParaRPr lang="zh-CN" altLang="en-US" sz="2000" dirty="0">
                <a:solidFill>
                  <a:schemeClr val="tx1"/>
                </a:solidFill>
              </a:endParaRPr>
            </a:p>
            <a:p>
              <a:pPr marL="0" lvl="0" indent="0" eaLnBrk="1" hangingPunct="1">
                <a:lnSpc>
                  <a:spcPct val="90000"/>
                </a:lnSpc>
                <a:buNone/>
              </a:pPr>
              <a:r>
                <a:rPr lang="zh-CN" altLang="en-US" sz="2000" dirty="0">
                  <a:solidFill>
                    <a:schemeClr val="tx1"/>
                  </a:solidFill>
                </a:rPr>
                <a:t>等待</a:t>
              </a:r>
              <a:endParaRPr lang="zh-CN" altLang="en-US" sz="2000" dirty="0">
                <a:solidFill>
                  <a:schemeClr val="tx1"/>
                </a:solidFill>
              </a:endParaRPr>
            </a:p>
            <a:p>
              <a:pPr marL="0" lvl="0" indent="0" eaLnBrk="1" hangingPunct="1">
                <a:lnSpc>
                  <a:spcPct val="90000"/>
                </a:lnSpc>
                <a:buNone/>
              </a:pPr>
              <a:r>
                <a:rPr lang="zh-CN" altLang="en-US" sz="2000" dirty="0">
                  <a:solidFill>
                    <a:schemeClr val="tx1"/>
                  </a:solidFill>
                </a:rPr>
                <a:t>获得</a:t>
              </a:r>
              <a:r>
                <a:rPr lang="en-US" altLang="zh-CN" sz="2000" dirty="0">
                  <a:solidFill>
                    <a:schemeClr val="tx1"/>
                  </a:solidFill>
                </a:rPr>
                <a:t>Xlock B</a:t>
              </a:r>
              <a:endParaRPr lang="en-US" altLang="zh-CN" sz="2000" dirty="0">
                <a:solidFill>
                  <a:schemeClr val="tx1"/>
                </a:solidFill>
              </a:endParaRPr>
            </a:p>
            <a:p>
              <a:pPr marL="0" lvl="0" indent="0" eaLnBrk="1" hangingPunct="1">
                <a:lnSpc>
                  <a:spcPct val="90000"/>
                </a:lnSpc>
                <a:buNone/>
              </a:pPr>
              <a:r>
                <a:rPr lang="zh-CN" altLang="en-US" sz="2000" dirty="0">
                  <a:solidFill>
                    <a:schemeClr val="tx1"/>
                  </a:solidFill>
                </a:rPr>
                <a:t>读</a:t>
              </a:r>
              <a:r>
                <a:rPr lang="en-US" altLang="zh-CN" sz="2000" dirty="0">
                  <a:solidFill>
                    <a:schemeClr val="tx1"/>
                  </a:solidFill>
                </a:rPr>
                <a:t>B=100</a:t>
              </a:r>
              <a:endParaRPr lang="en-US" altLang="zh-CN" sz="2000" dirty="0">
                <a:solidFill>
                  <a:schemeClr val="tx1"/>
                </a:solidFill>
              </a:endParaRPr>
            </a:p>
            <a:p>
              <a:pPr marL="0" lvl="0" indent="0" eaLnBrk="1" hangingPunct="1">
                <a:lnSpc>
                  <a:spcPct val="90000"/>
                </a:lnSpc>
                <a:buNone/>
              </a:pPr>
              <a:r>
                <a:rPr lang="en-US" altLang="zh-CN" sz="2000" dirty="0">
                  <a:solidFill>
                    <a:schemeClr val="tx1"/>
                  </a:solidFill>
                </a:rPr>
                <a:t>B←B*2</a:t>
              </a:r>
              <a:endParaRPr lang="en-US" altLang="zh-CN" sz="2000" dirty="0">
                <a:solidFill>
                  <a:schemeClr val="tx1"/>
                </a:solidFill>
              </a:endParaRPr>
            </a:p>
            <a:p>
              <a:pPr marL="0" lvl="0" indent="0" eaLnBrk="1" hangingPunct="1">
                <a:lnSpc>
                  <a:spcPct val="90000"/>
                </a:lnSpc>
                <a:buNone/>
              </a:pPr>
              <a:r>
                <a:rPr lang="zh-CN" altLang="en-US" sz="2000" dirty="0">
                  <a:solidFill>
                    <a:schemeClr val="tx1"/>
                  </a:solidFill>
                </a:rPr>
                <a:t>写回</a:t>
              </a:r>
              <a:r>
                <a:rPr lang="en-US" altLang="zh-CN" sz="2000" dirty="0">
                  <a:solidFill>
                    <a:schemeClr val="tx1"/>
                  </a:solidFill>
                </a:rPr>
                <a:t>B=200</a:t>
              </a:r>
              <a:endParaRPr lang="en-US" altLang="zh-CN" sz="2000" dirty="0">
                <a:solidFill>
                  <a:schemeClr val="tx1"/>
                </a:solidFill>
              </a:endParaRPr>
            </a:p>
            <a:p>
              <a:pPr marL="0" lvl="0" indent="0" eaLnBrk="1" hangingPunct="1">
                <a:lnSpc>
                  <a:spcPct val="90000"/>
                </a:lnSpc>
                <a:buNone/>
              </a:pPr>
              <a:r>
                <a:rPr lang="en-US" altLang="zh-CN" sz="2000" dirty="0">
                  <a:solidFill>
                    <a:schemeClr val="tx1"/>
                  </a:solidFill>
                </a:rPr>
                <a:t>Commit</a:t>
              </a:r>
              <a:endParaRPr lang="en-US" altLang="zh-CN" sz="2000" dirty="0">
                <a:solidFill>
                  <a:schemeClr val="tx1"/>
                </a:solidFill>
              </a:endParaRPr>
            </a:p>
            <a:p>
              <a:pPr marL="0" lvl="0" indent="0" eaLnBrk="1" hangingPunct="1">
                <a:lnSpc>
                  <a:spcPct val="90000"/>
                </a:lnSpc>
                <a:buNone/>
              </a:pPr>
              <a:r>
                <a:rPr lang="en-US" altLang="zh-CN" sz="2000" dirty="0">
                  <a:solidFill>
                    <a:schemeClr val="tx1"/>
                  </a:solidFill>
                </a:rPr>
                <a:t>Unlock B</a:t>
              </a:r>
              <a:endParaRPr lang="en-US" altLang="zh-CN" sz="2000" dirty="0">
                <a:solidFill>
                  <a:schemeClr val="tx1"/>
                </a:solidFill>
              </a:endParaRPr>
            </a:p>
          </p:txBody>
        </p:sp>
        <p:sp>
          <p:nvSpPr>
            <p:cNvPr id="29715" name="Rectangle 18"/>
            <p:cNvSpPr/>
            <p:nvPr/>
          </p:nvSpPr>
          <p:spPr>
            <a:xfrm>
              <a:off x="1824" y="768"/>
              <a:ext cx="1056" cy="227"/>
            </a:xfrm>
            <a:prstGeom prst="rect">
              <a:avLst/>
            </a:prstGeom>
            <a:noFill/>
            <a:ln w="28575">
              <a:noFill/>
            </a:ln>
          </p:spPr>
          <p:txBody>
            <a:bodyPr lIns="90000" tIns="46800" rIns="90000" bIns="4680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algn="ctr" eaLnBrk="1" hangingPunct="1">
                <a:buNone/>
              </a:pPr>
              <a:r>
                <a:rPr lang="en-US" altLang="zh-CN" sz="2000" dirty="0">
                  <a:solidFill>
                    <a:schemeClr val="hlink"/>
                  </a:solidFill>
                </a:rPr>
                <a:t>T</a:t>
              </a:r>
              <a:r>
                <a:rPr lang="en-US" altLang="zh-CN" sz="2000" baseline="-25000" dirty="0">
                  <a:solidFill>
                    <a:schemeClr val="hlink"/>
                  </a:solidFill>
                </a:rPr>
                <a:t>2</a:t>
              </a:r>
              <a:endParaRPr lang="en-US" altLang="zh-CN" sz="2000" baseline="-25000" dirty="0">
                <a:solidFill>
                  <a:schemeClr val="hlink"/>
                </a:solidFill>
              </a:endParaRPr>
            </a:p>
          </p:txBody>
        </p:sp>
        <p:sp>
          <p:nvSpPr>
            <p:cNvPr id="29716" name="Rectangle 19"/>
            <p:cNvSpPr/>
            <p:nvPr/>
          </p:nvSpPr>
          <p:spPr>
            <a:xfrm>
              <a:off x="720" y="768"/>
              <a:ext cx="1104" cy="227"/>
            </a:xfrm>
            <a:prstGeom prst="rect">
              <a:avLst/>
            </a:prstGeom>
            <a:noFill/>
            <a:ln w="28575">
              <a:noFill/>
            </a:ln>
          </p:spPr>
          <p:txBody>
            <a:bodyPr lIns="90000" tIns="46800" rIns="90000" bIns="4680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algn="ctr" eaLnBrk="1" hangingPunct="1">
                <a:buNone/>
              </a:pPr>
              <a:r>
                <a:rPr lang="en-US" altLang="zh-CN" sz="2000" dirty="0">
                  <a:solidFill>
                    <a:schemeClr val="hlink"/>
                  </a:solidFill>
                </a:rPr>
                <a:t>T</a:t>
              </a:r>
              <a:r>
                <a:rPr lang="en-US" altLang="zh-CN" sz="2000" baseline="-25000" dirty="0">
                  <a:solidFill>
                    <a:schemeClr val="hlink"/>
                  </a:solidFill>
                </a:rPr>
                <a:t>1</a:t>
              </a:r>
              <a:endParaRPr lang="en-US" altLang="zh-CN" sz="2000" baseline="-25000" dirty="0">
                <a:solidFill>
                  <a:schemeClr val="hlink"/>
                </a:solidFill>
              </a:endParaRPr>
            </a:p>
          </p:txBody>
        </p:sp>
        <p:sp>
          <p:nvSpPr>
            <p:cNvPr id="29717" name="Line 20"/>
            <p:cNvSpPr/>
            <p:nvPr/>
          </p:nvSpPr>
          <p:spPr>
            <a:xfrm>
              <a:off x="720" y="768"/>
              <a:ext cx="2160" cy="0"/>
            </a:xfrm>
            <a:prstGeom prst="line">
              <a:avLst/>
            </a:prstGeom>
            <a:ln w="28575" cap="sq" cmpd="sng">
              <a:solidFill>
                <a:schemeClr val="tx1"/>
              </a:solidFill>
              <a:prstDash val="solid"/>
              <a:headEnd type="none" w="med" len="med"/>
              <a:tailEnd type="none" w="med" len="med"/>
            </a:ln>
          </p:spPr>
        </p:sp>
        <p:sp>
          <p:nvSpPr>
            <p:cNvPr id="29718" name="Line 21"/>
            <p:cNvSpPr/>
            <p:nvPr/>
          </p:nvSpPr>
          <p:spPr>
            <a:xfrm>
              <a:off x="720" y="995"/>
              <a:ext cx="2160" cy="0"/>
            </a:xfrm>
            <a:prstGeom prst="line">
              <a:avLst/>
            </a:prstGeom>
            <a:ln w="12700" cap="flat" cmpd="sng">
              <a:solidFill>
                <a:schemeClr val="tx1"/>
              </a:solidFill>
              <a:prstDash val="solid"/>
              <a:headEnd type="none" w="med" len="med"/>
              <a:tailEnd type="none" w="med" len="med"/>
            </a:ln>
          </p:spPr>
        </p:sp>
        <p:sp>
          <p:nvSpPr>
            <p:cNvPr id="29719" name="Line 22"/>
            <p:cNvSpPr/>
            <p:nvPr/>
          </p:nvSpPr>
          <p:spPr>
            <a:xfrm>
              <a:off x="720" y="3744"/>
              <a:ext cx="2160" cy="0"/>
            </a:xfrm>
            <a:prstGeom prst="line">
              <a:avLst/>
            </a:prstGeom>
            <a:ln w="28575" cap="sq" cmpd="sng">
              <a:solidFill>
                <a:schemeClr val="tx1"/>
              </a:solidFill>
              <a:prstDash val="solid"/>
              <a:headEnd type="none" w="med" len="med"/>
              <a:tailEnd type="none" w="med" len="med"/>
            </a:ln>
          </p:spPr>
        </p:sp>
        <p:sp>
          <p:nvSpPr>
            <p:cNvPr id="29720" name="Line 23"/>
            <p:cNvSpPr/>
            <p:nvPr/>
          </p:nvSpPr>
          <p:spPr>
            <a:xfrm>
              <a:off x="720" y="768"/>
              <a:ext cx="0" cy="2976"/>
            </a:xfrm>
            <a:prstGeom prst="line">
              <a:avLst/>
            </a:prstGeom>
            <a:ln w="28575" cap="sq" cmpd="sng">
              <a:solidFill>
                <a:schemeClr val="tx1"/>
              </a:solidFill>
              <a:prstDash val="solid"/>
              <a:headEnd type="none" w="med" len="med"/>
              <a:tailEnd type="none" w="med" len="med"/>
            </a:ln>
          </p:spPr>
        </p:sp>
        <p:sp>
          <p:nvSpPr>
            <p:cNvPr id="29721" name="Line 24"/>
            <p:cNvSpPr/>
            <p:nvPr/>
          </p:nvSpPr>
          <p:spPr>
            <a:xfrm>
              <a:off x="1824" y="768"/>
              <a:ext cx="0" cy="2976"/>
            </a:xfrm>
            <a:prstGeom prst="line">
              <a:avLst/>
            </a:prstGeom>
            <a:ln w="12700" cap="flat" cmpd="sng">
              <a:solidFill>
                <a:schemeClr val="tx1"/>
              </a:solidFill>
              <a:prstDash val="solid"/>
              <a:headEnd type="none" w="med" len="med"/>
              <a:tailEnd type="none" w="med" len="med"/>
            </a:ln>
          </p:spPr>
        </p:sp>
        <p:sp>
          <p:nvSpPr>
            <p:cNvPr id="29722" name="Line 25"/>
            <p:cNvSpPr/>
            <p:nvPr/>
          </p:nvSpPr>
          <p:spPr>
            <a:xfrm>
              <a:off x="2880" y="768"/>
              <a:ext cx="0" cy="2976"/>
            </a:xfrm>
            <a:prstGeom prst="line">
              <a:avLst/>
            </a:prstGeom>
            <a:ln w="28575" cap="sq" cmpd="sng">
              <a:solidFill>
                <a:schemeClr val="tx1"/>
              </a:solidFill>
              <a:prstDash val="solid"/>
              <a:headEnd type="none" w="med" len="med"/>
              <a:tailEnd type="none" w="med" len="med"/>
            </a:ln>
          </p:spPr>
        </p:sp>
      </p:grpSp>
      <p:grpSp>
        <p:nvGrpSpPr>
          <p:cNvPr id="29702" name="Group 26"/>
          <p:cNvGrpSpPr/>
          <p:nvPr/>
        </p:nvGrpSpPr>
        <p:grpSpPr>
          <a:xfrm>
            <a:off x="3962400" y="914400"/>
            <a:ext cx="3505200" cy="4419600"/>
            <a:chOff x="3120" y="768"/>
            <a:chExt cx="2208" cy="2989"/>
          </a:xfrm>
        </p:grpSpPr>
        <p:sp>
          <p:nvSpPr>
            <p:cNvPr id="29703" name="Rectangle 27"/>
            <p:cNvSpPr/>
            <p:nvPr/>
          </p:nvSpPr>
          <p:spPr>
            <a:xfrm>
              <a:off x="3120" y="912"/>
              <a:ext cx="1056" cy="2749"/>
            </a:xfrm>
            <a:prstGeom prst="rect">
              <a:avLst/>
            </a:prstGeom>
            <a:noFill/>
            <a:ln w="28575">
              <a:noFill/>
            </a:ln>
          </p:spPr>
          <p:txBody>
            <a:bodyPr lIns="90000" tIns="46800" rIns="90000" bIns="4680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eaLnBrk="1" hangingPunct="1">
                <a:lnSpc>
                  <a:spcPct val="0"/>
                </a:lnSpc>
                <a:buNone/>
              </a:pPr>
              <a:endParaRPr lang="en-US" altLang="zh-CN" sz="2000" dirty="0">
                <a:solidFill>
                  <a:schemeClr val="tx1"/>
                </a:solidFill>
              </a:endParaRPr>
            </a:p>
            <a:p>
              <a:pPr marL="0" lvl="0" indent="0" eaLnBrk="1" hangingPunct="1">
                <a:lnSpc>
                  <a:spcPct val="150000"/>
                </a:lnSpc>
                <a:buNone/>
              </a:pPr>
              <a:r>
                <a:rPr lang="en-US" altLang="zh-CN" sz="2000" dirty="0">
                  <a:solidFill>
                    <a:schemeClr val="tx1"/>
                  </a:solidFill>
                </a:rPr>
                <a:t>④Slock A</a:t>
              </a:r>
              <a:endParaRPr lang="en-US" altLang="zh-CN" sz="2000" dirty="0">
                <a:solidFill>
                  <a:schemeClr val="tx1"/>
                </a:solidFill>
              </a:endParaRPr>
            </a:p>
            <a:p>
              <a:pPr marL="0" lvl="0" indent="0" eaLnBrk="1" hangingPunct="1">
                <a:buNone/>
              </a:pPr>
              <a:r>
                <a:rPr lang="en-US" altLang="zh-CN" sz="2000" dirty="0">
                  <a:solidFill>
                    <a:schemeClr val="tx1"/>
                  </a:solidFill>
                </a:rPr>
                <a:t>     </a:t>
              </a:r>
              <a:r>
                <a:rPr lang="zh-CN" altLang="en-US" sz="2000" dirty="0">
                  <a:solidFill>
                    <a:schemeClr val="tx1"/>
                  </a:solidFill>
                </a:rPr>
                <a:t>获得</a:t>
              </a:r>
              <a:endParaRPr lang="zh-CN" altLang="en-US" sz="2000" dirty="0">
                <a:solidFill>
                  <a:schemeClr val="tx1"/>
                </a:solidFill>
              </a:endParaRPr>
            </a:p>
            <a:p>
              <a:pPr marL="0" lvl="0" indent="0" eaLnBrk="1" hangingPunct="1">
                <a:buNone/>
              </a:pPr>
              <a:r>
                <a:rPr lang="zh-CN" altLang="en-US" sz="2000" dirty="0">
                  <a:solidFill>
                    <a:schemeClr val="tx1"/>
                  </a:solidFill>
                </a:rPr>
                <a:t>     读</a:t>
              </a:r>
              <a:r>
                <a:rPr lang="en-US" altLang="zh-CN" sz="2000" dirty="0">
                  <a:solidFill>
                    <a:schemeClr val="tx1"/>
                  </a:solidFill>
                </a:rPr>
                <a:t>A=50</a:t>
              </a:r>
              <a:endParaRPr lang="en-US" altLang="zh-CN" sz="2000" dirty="0">
                <a:solidFill>
                  <a:schemeClr val="tx1"/>
                </a:solidFill>
              </a:endParaRPr>
            </a:p>
            <a:p>
              <a:pPr marL="0" lvl="0" indent="0" eaLnBrk="1" hangingPunct="1">
                <a:buNone/>
              </a:pPr>
              <a:r>
                <a:rPr lang="en-US" altLang="zh-CN" sz="2000" dirty="0">
                  <a:solidFill>
                    <a:schemeClr val="tx1"/>
                  </a:solidFill>
                </a:rPr>
                <a:t>     Unlock A</a:t>
              </a:r>
              <a:endParaRPr lang="en-US" altLang="zh-CN" sz="2000" dirty="0">
                <a:solidFill>
                  <a:schemeClr val="tx1"/>
                </a:solidFill>
              </a:endParaRPr>
            </a:p>
            <a:p>
              <a:pPr marL="0" lvl="0" indent="0" eaLnBrk="1" hangingPunct="1">
                <a:buNone/>
              </a:pPr>
              <a:r>
                <a:rPr lang="en-US" altLang="zh-CN" sz="2000" dirty="0">
                  <a:solidFill>
                    <a:schemeClr val="tx1"/>
                  </a:solidFill>
                </a:rPr>
                <a:t>     Slock B</a:t>
              </a:r>
              <a:endParaRPr lang="en-US" altLang="zh-CN" sz="2000" dirty="0">
                <a:solidFill>
                  <a:schemeClr val="tx1"/>
                </a:solidFill>
              </a:endParaRPr>
            </a:p>
            <a:p>
              <a:pPr marL="0" lvl="0" indent="0" eaLnBrk="1" hangingPunct="1">
                <a:buNone/>
              </a:pPr>
              <a:r>
                <a:rPr lang="en-US" altLang="zh-CN" sz="2000" dirty="0">
                  <a:solidFill>
                    <a:schemeClr val="tx1"/>
                  </a:solidFill>
                </a:rPr>
                <a:t>     </a:t>
              </a:r>
              <a:r>
                <a:rPr lang="zh-CN" altLang="en-US" sz="2000" dirty="0">
                  <a:solidFill>
                    <a:schemeClr val="tx1"/>
                  </a:solidFill>
                </a:rPr>
                <a:t>获得</a:t>
              </a:r>
              <a:endParaRPr lang="zh-CN" altLang="en-US" sz="2000" dirty="0">
                <a:solidFill>
                  <a:schemeClr val="tx1"/>
                </a:solidFill>
              </a:endParaRPr>
            </a:p>
            <a:p>
              <a:pPr marL="0" lvl="0" indent="0" eaLnBrk="1" hangingPunct="1">
                <a:buNone/>
              </a:pPr>
              <a:r>
                <a:rPr lang="zh-CN" altLang="en-US" sz="2000" dirty="0">
                  <a:solidFill>
                    <a:schemeClr val="tx1"/>
                  </a:solidFill>
                </a:rPr>
                <a:t>     读</a:t>
              </a:r>
              <a:r>
                <a:rPr lang="en-US" altLang="zh-CN" sz="2000" dirty="0">
                  <a:solidFill>
                    <a:schemeClr val="tx1"/>
                  </a:solidFill>
                </a:rPr>
                <a:t>B=200</a:t>
              </a:r>
              <a:endParaRPr lang="en-US" altLang="zh-CN" sz="2000" dirty="0">
                <a:solidFill>
                  <a:schemeClr val="tx1"/>
                </a:solidFill>
              </a:endParaRPr>
            </a:p>
            <a:p>
              <a:pPr marL="0" lvl="0" indent="0" algn="ctr" eaLnBrk="1" hangingPunct="1">
                <a:buNone/>
              </a:pPr>
              <a:r>
                <a:rPr lang="en-US" altLang="zh-CN" sz="2000" dirty="0">
                  <a:solidFill>
                    <a:schemeClr val="tx1"/>
                  </a:solidFill>
                </a:rPr>
                <a:t> Unlock  B</a:t>
              </a:r>
              <a:endParaRPr lang="en-US" altLang="zh-CN" sz="2000" dirty="0">
                <a:solidFill>
                  <a:schemeClr val="tx1"/>
                </a:solidFill>
              </a:endParaRPr>
            </a:p>
            <a:p>
              <a:pPr marL="0" lvl="0" indent="0" eaLnBrk="1" hangingPunct="1">
                <a:buNone/>
              </a:pPr>
              <a:r>
                <a:rPr lang="en-US" altLang="zh-CN" sz="2000" dirty="0">
                  <a:solidFill>
                    <a:schemeClr val="tx1"/>
                  </a:solidFill>
                </a:rPr>
                <a:t>     </a:t>
              </a:r>
              <a:r>
                <a:rPr lang="zh-CN" altLang="en-US" sz="2000" dirty="0">
                  <a:solidFill>
                    <a:schemeClr val="tx1"/>
                  </a:solidFill>
                </a:rPr>
                <a:t>求和</a:t>
              </a:r>
              <a:r>
                <a:rPr lang="en-US" altLang="zh-CN" sz="2000" dirty="0">
                  <a:solidFill>
                    <a:schemeClr val="tx1"/>
                  </a:solidFill>
                </a:rPr>
                <a:t>=250</a:t>
              </a:r>
              <a:endParaRPr lang="en-US" altLang="zh-CN" sz="2000" dirty="0">
                <a:solidFill>
                  <a:schemeClr val="tx1"/>
                </a:solidFill>
              </a:endParaRPr>
            </a:p>
            <a:p>
              <a:pPr marL="0" lvl="0" indent="0" eaLnBrk="1" hangingPunct="1">
                <a:buNone/>
              </a:pPr>
              <a:r>
                <a:rPr lang="en-US" altLang="zh-CN" sz="2000" dirty="0">
                  <a:solidFill>
                    <a:schemeClr val="tx1"/>
                  </a:solidFill>
                </a:rPr>
                <a:t>     (</a:t>
              </a:r>
              <a:r>
                <a:rPr lang="zh-CN" altLang="en-US" sz="2000" dirty="0">
                  <a:solidFill>
                    <a:schemeClr val="tx1"/>
                  </a:solidFill>
                </a:rPr>
                <a:t>验算不对</a:t>
              </a:r>
              <a:r>
                <a:rPr lang="en-US" altLang="zh-CN" sz="2000" dirty="0">
                  <a:solidFill>
                    <a:schemeClr val="tx1"/>
                  </a:solidFill>
                </a:rPr>
                <a:t>)</a:t>
              </a:r>
              <a:endParaRPr lang="en-US" altLang="zh-CN" sz="2000" dirty="0">
                <a:solidFill>
                  <a:schemeClr val="tx1"/>
                </a:solidFill>
              </a:endParaRPr>
            </a:p>
          </p:txBody>
        </p:sp>
        <p:sp>
          <p:nvSpPr>
            <p:cNvPr id="29704" name="Rectangle 28"/>
            <p:cNvSpPr/>
            <p:nvPr/>
          </p:nvSpPr>
          <p:spPr>
            <a:xfrm>
              <a:off x="4224" y="1008"/>
              <a:ext cx="1104" cy="2749"/>
            </a:xfrm>
            <a:prstGeom prst="rect">
              <a:avLst/>
            </a:prstGeom>
            <a:noFill/>
            <a:ln w="28575">
              <a:noFill/>
            </a:ln>
          </p:spPr>
          <p:txBody>
            <a:bodyPr lIns="90000" tIns="46800" rIns="90000" bIns="4680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algn="just" eaLnBrk="1" hangingPunct="1">
                <a:buNone/>
              </a:pPr>
              <a:r>
                <a:rPr lang="en-US" altLang="zh-CN" sz="2000" dirty="0">
                  <a:solidFill>
                    <a:schemeClr val="tx1"/>
                  </a:solidFill>
                </a:rPr>
                <a:t>  </a:t>
              </a:r>
              <a:endParaRPr lang="en-US" altLang="zh-CN" sz="2000" dirty="0">
                <a:solidFill>
                  <a:schemeClr val="tx1"/>
                </a:solidFill>
              </a:endParaRPr>
            </a:p>
            <a:p>
              <a:pPr marL="0" lvl="0" indent="0" algn="just" eaLnBrk="1" hangingPunct="1">
                <a:buNone/>
              </a:pPr>
              <a:endParaRPr lang="en-US" altLang="zh-CN" sz="2000" dirty="0">
                <a:solidFill>
                  <a:schemeClr val="tx1"/>
                </a:solidFill>
              </a:endParaRPr>
            </a:p>
            <a:p>
              <a:pPr marL="0" lvl="0" indent="0" algn="just" eaLnBrk="1" hangingPunct="1">
                <a:buNone/>
              </a:pPr>
              <a:endParaRPr lang="en-US" altLang="zh-CN" sz="2000" dirty="0">
                <a:solidFill>
                  <a:schemeClr val="tx1"/>
                </a:solidFill>
              </a:endParaRPr>
            </a:p>
            <a:p>
              <a:pPr marL="0" lvl="0" indent="0" algn="just" eaLnBrk="1" hangingPunct="1">
                <a:buNone/>
              </a:pPr>
              <a:r>
                <a:rPr lang="en-US" altLang="zh-CN" sz="2000" dirty="0">
                  <a:solidFill>
                    <a:schemeClr val="tx1"/>
                  </a:solidFill>
                </a:rPr>
                <a:t> </a:t>
              </a:r>
              <a:endParaRPr lang="en-US" altLang="zh-CN" sz="2000" dirty="0">
                <a:solidFill>
                  <a:schemeClr val="tx1"/>
                </a:solidFill>
              </a:endParaRPr>
            </a:p>
            <a:p>
              <a:pPr marL="0" lvl="0" indent="0" algn="just" eaLnBrk="1" hangingPunct="1">
                <a:buNone/>
              </a:pPr>
              <a:endParaRPr lang="en-US" altLang="zh-CN" sz="2000" dirty="0">
                <a:solidFill>
                  <a:schemeClr val="tx1"/>
                </a:solidFill>
              </a:endParaRPr>
            </a:p>
          </p:txBody>
        </p:sp>
        <p:sp>
          <p:nvSpPr>
            <p:cNvPr id="29705" name="Rectangle 29"/>
            <p:cNvSpPr/>
            <p:nvPr/>
          </p:nvSpPr>
          <p:spPr>
            <a:xfrm>
              <a:off x="4224" y="768"/>
              <a:ext cx="1056" cy="227"/>
            </a:xfrm>
            <a:prstGeom prst="rect">
              <a:avLst/>
            </a:prstGeom>
            <a:noFill/>
            <a:ln w="28575">
              <a:noFill/>
            </a:ln>
          </p:spPr>
          <p:txBody>
            <a:bodyPr lIns="90000" tIns="46800" rIns="90000" bIns="4680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algn="ctr" eaLnBrk="1" hangingPunct="1">
                <a:buNone/>
              </a:pPr>
              <a:r>
                <a:rPr lang="en-US" altLang="zh-CN" sz="2000" dirty="0">
                  <a:solidFill>
                    <a:schemeClr val="hlink"/>
                  </a:solidFill>
                </a:rPr>
                <a:t>T</a:t>
              </a:r>
              <a:r>
                <a:rPr lang="en-US" altLang="zh-CN" sz="2000" baseline="-25000" dirty="0">
                  <a:solidFill>
                    <a:schemeClr val="hlink"/>
                  </a:solidFill>
                </a:rPr>
                <a:t>2</a:t>
              </a:r>
              <a:endParaRPr lang="en-US" altLang="zh-CN" sz="2000" baseline="-25000" dirty="0">
                <a:solidFill>
                  <a:schemeClr val="hlink"/>
                </a:solidFill>
              </a:endParaRPr>
            </a:p>
          </p:txBody>
        </p:sp>
        <p:sp>
          <p:nvSpPr>
            <p:cNvPr id="29706" name="Rectangle 30"/>
            <p:cNvSpPr/>
            <p:nvPr/>
          </p:nvSpPr>
          <p:spPr>
            <a:xfrm>
              <a:off x="3120" y="768"/>
              <a:ext cx="1104" cy="227"/>
            </a:xfrm>
            <a:prstGeom prst="rect">
              <a:avLst/>
            </a:prstGeom>
            <a:noFill/>
            <a:ln w="28575">
              <a:noFill/>
            </a:ln>
          </p:spPr>
          <p:txBody>
            <a:bodyPr lIns="90000" tIns="46800" rIns="90000" bIns="4680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algn="ctr" eaLnBrk="1" hangingPunct="1">
                <a:buNone/>
              </a:pPr>
              <a:r>
                <a:rPr lang="en-US" altLang="zh-CN" sz="2000" dirty="0">
                  <a:solidFill>
                    <a:schemeClr val="hlink"/>
                  </a:solidFill>
                </a:rPr>
                <a:t>T</a:t>
              </a:r>
              <a:r>
                <a:rPr lang="en-US" altLang="zh-CN" sz="2000" baseline="-25000" dirty="0">
                  <a:solidFill>
                    <a:schemeClr val="hlink"/>
                  </a:solidFill>
                </a:rPr>
                <a:t>1 </a:t>
              </a:r>
              <a:r>
                <a:rPr lang="en-US" altLang="zh-CN" sz="2000" dirty="0">
                  <a:solidFill>
                    <a:schemeClr val="hlink"/>
                  </a:solidFill>
                </a:rPr>
                <a:t>(</a:t>
              </a:r>
              <a:r>
                <a:rPr lang="zh-CN" altLang="en-US" sz="2000" dirty="0">
                  <a:solidFill>
                    <a:schemeClr val="hlink"/>
                  </a:solidFill>
                </a:rPr>
                <a:t>续</a:t>
              </a:r>
              <a:r>
                <a:rPr lang="en-US" altLang="zh-CN" sz="2000" dirty="0">
                  <a:solidFill>
                    <a:schemeClr val="hlink"/>
                  </a:solidFill>
                </a:rPr>
                <a:t>)</a:t>
              </a:r>
              <a:endParaRPr lang="en-US" altLang="zh-CN" sz="2000" dirty="0">
                <a:solidFill>
                  <a:schemeClr val="hlink"/>
                </a:solidFill>
              </a:endParaRPr>
            </a:p>
          </p:txBody>
        </p:sp>
        <p:sp>
          <p:nvSpPr>
            <p:cNvPr id="29707" name="Line 31"/>
            <p:cNvSpPr/>
            <p:nvPr/>
          </p:nvSpPr>
          <p:spPr>
            <a:xfrm>
              <a:off x="3120" y="768"/>
              <a:ext cx="2160" cy="0"/>
            </a:xfrm>
            <a:prstGeom prst="line">
              <a:avLst/>
            </a:prstGeom>
            <a:ln w="28575" cap="sq" cmpd="sng">
              <a:solidFill>
                <a:schemeClr val="tx1"/>
              </a:solidFill>
              <a:prstDash val="solid"/>
              <a:headEnd type="none" w="med" len="med"/>
              <a:tailEnd type="none" w="med" len="med"/>
            </a:ln>
          </p:spPr>
        </p:sp>
        <p:sp>
          <p:nvSpPr>
            <p:cNvPr id="29708" name="Line 32"/>
            <p:cNvSpPr/>
            <p:nvPr/>
          </p:nvSpPr>
          <p:spPr>
            <a:xfrm>
              <a:off x="3120" y="995"/>
              <a:ext cx="2160" cy="0"/>
            </a:xfrm>
            <a:prstGeom prst="line">
              <a:avLst/>
            </a:prstGeom>
            <a:ln w="12700" cap="flat" cmpd="sng">
              <a:solidFill>
                <a:schemeClr val="tx1"/>
              </a:solidFill>
              <a:prstDash val="solid"/>
              <a:headEnd type="none" w="med" len="med"/>
              <a:tailEnd type="none" w="med" len="med"/>
            </a:ln>
          </p:spPr>
        </p:sp>
        <p:sp>
          <p:nvSpPr>
            <p:cNvPr id="29709" name="Line 33"/>
            <p:cNvSpPr/>
            <p:nvPr/>
          </p:nvSpPr>
          <p:spPr>
            <a:xfrm>
              <a:off x="3120" y="3744"/>
              <a:ext cx="2160" cy="0"/>
            </a:xfrm>
            <a:prstGeom prst="line">
              <a:avLst/>
            </a:prstGeom>
            <a:ln w="28575" cap="sq" cmpd="sng">
              <a:solidFill>
                <a:schemeClr val="tx1"/>
              </a:solidFill>
              <a:prstDash val="solid"/>
              <a:headEnd type="none" w="med" len="med"/>
              <a:tailEnd type="none" w="med" len="med"/>
            </a:ln>
          </p:spPr>
        </p:sp>
        <p:sp>
          <p:nvSpPr>
            <p:cNvPr id="29710" name="Line 34"/>
            <p:cNvSpPr/>
            <p:nvPr/>
          </p:nvSpPr>
          <p:spPr>
            <a:xfrm>
              <a:off x="3120" y="768"/>
              <a:ext cx="0" cy="2976"/>
            </a:xfrm>
            <a:prstGeom prst="line">
              <a:avLst/>
            </a:prstGeom>
            <a:ln w="28575" cap="sq" cmpd="sng">
              <a:solidFill>
                <a:schemeClr val="tx1"/>
              </a:solidFill>
              <a:prstDash val="solid"/>
              <a:headEnd type="none" w="med" len="med"/>
              <a:tailEnd type="none" w="med" len="med"/>
            </a:ln>
          </p:spPr>
        </p:sp>
        <p:sp>
          <p:nvSpPr>
            <p:cNvPr id="29711" name="Line 35"/>
            <p:cNvSpPr/>
            <p:nvPr/>
          </p:nvSpPr>
          <p:spPr>
            <a:xfrm>
              <a:off x="4224" y="768"/>
              <a:ext cx="0" cy="2976"/>
            </a:xfrm>
            <a:prstGeom prst="line">
              <a:avLst/>
            </a:prstGeom>
            <a:ln w="12700" cap="flat" cmpd="sng">
              <a:solidFill>
                <a:schemeClr val="tx1"/>
              </a:solidFill>
              <a:prstDash val="solid"/>
              <a:headEnd type="none" w="med" len="med"/>
              <a:tailEnd type="none" w="med" len="med"/>
            </a:ln>
          </p:spPr>
        </p:sp>
        <p:sp>
          <p:nvSpPr>
            <p:cNvPr id="29712" name="Line 36"/>
            <p:cNvSpPr/>
            <p:nvPr/>
          </p:nvSpPr>
          <p:spPr>
            <a:xfrm>
              <a:off x="5280" y="768"/>
              <a:ext cx="0" cy="2976"/>
            </a:xfrm>
            <a:prstGeom prst="line">
              <a:avLst/>
            </a:prstGeom>
            <a:ln w="28575" cap="sq" cmpd="sng">
              <a:solidFill>
                <a:schemeClr val="tx1"/>
              </a:solidFill>
              <a:prstDash val="solid"/>
              <a:headEnd type="none" w="med" len="med"/>
              <a:tailEnd type="none" w="med" len="med"/>
            </a:ln>
          </p:spPr>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30723"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11.3 </a:t>
            </a:r>
            <a:r>
              <a:rPr lang="zh-CN" altLang="en-US" dirty="0"/>
              <a:t>封锁协议</a:t>
            </a:r>
            <a:endParaRPr lang="zh-CN" altLang="en-US" dirty="0"/>
          </a:p>
        </p:txBody>
      </p:sp>
      <p:sp>
        <p:nvSpPr>
          <p:cNvPr id="30724" name="Rectangle 3"/>
          <p:cNvSpPr>
            <a:spLocks noGrp="1"/>
          </p:cNvSpPr>
          <p:nvPr>
            <p:ph idx="1"/>
          </p:nvPr>
        </p:nvSpPr>
        <p:spPr>
          <a:xfrm>
            <a:off x="152400" y="685800"/>
            <a:ext cx="8839200" cy="5943600"/>
          </a:xfrm>
          <a:ln/>
        </p:spPr>
        <p:txBody>
          <a:bodyPr vert="horz" wrap="square" lIns="91440" tIns="45720" rIns="91440" bIns="45720" anchor="t" anchorCtr="0"/>
          <a:p>
            <a:pPr eaLnBrk="1" hangingPunct="1">
              <a:lnSpc>
                <a:spcPct val="120000"/>
              </a:lnSpc>
              <a:buNone/>
            </a:pPr>
            <a:r>
              <a:rPr lang="zh-CN" altLang="en-US" dirty="0">
                <a:solidFill>
                  <a:srgbClr val="FF0000"/>
                </a:solidFill>
              </a:rPr>
              <a:t>三、三级封锁协议</a:t>
            </a:r>
            <a:endParaRPr lang="zh-CN" altLang="en-US" dirty="0">
              <a:solidFill>
                <a:srgbClr val="FF0000"/>
              </a:solidFill>
            </a:endParaRPr>
          </a:p>
          <a:p>
            <a:pPr eaLnBrk="1" hangingPunct="1">
              <a:lnSpc>
                <a:spcPct val="120000"/>
              </a:lnSpc>
            </a:pPr>
            <a:r>
              <a:rPr lang="en-US" altLang="zh-CN" dirty="0">
                <a:solidFill>
                  <a:schemeClr val="tx1"/>
                </a:solidFill>
              </a:rPr>
              <a:t>1</a:t>
            </a:r>
            <a:r>
              <a:rPr lang="zh-CN" altLang="en-US" dirty="0">
                <a:solidFill>
                  <a:schemeClr val="tx1"/>
                </a:solidFill>
              </a:rPr>
              <a:t>级封锁协议</a:t>
            </a:r>
            <a:r>
              <a:rPr lang="en-US" altLang="zh-CN" dirty="0">
                <a:solidFill>
                  <a:schemeClr val="tx1"/>
                </a:solidFill>
              </a:rPr>
              <a:t>+</a:t>
            </a:r>
            <a:r>
              <a:rPr lang="zh-CN" altLang="en-US" dirty="0">
                <a:solidFill>
                  <a:schemeClr val="tx1"/>
                </a:solidFill>
              </a:rPr>
              <a:t>事务</a:t>
            </a:r>
            <a:r>
              <a:rPr lang="en-US" altLang="zh-CN" dirty="0">
                <a:solidFill>
                  <a:schemeClr val="tx1"/>
                </a:solidFill>
              </a:rPr>
              <a:t>T</a:t>
            </a:r>
            <a:r>
              <a:rPr lang="zh-CN" altLang="en-US" dirty="0">
                <a:solidFill>
                  <a:schemeClr val="tx1"/>
                </a:solidFill>
              </a:rPr>
              <a:t>在</a:t>
            </a:r>
            <a:r>
              <a:rPr lang="zh-CN" altLang="en-US" dirty="0">
                <a:solidFill>
                  <a:srgbClr val="FF0000"/>
                </a:solidFill>
              </a:rPr>
              <a:t>读</a:t>
            </a:r>
            <a:r>
              <a:rPr lang="zh-CN" altLang="en-US" dirty="0">
                <a:solidFill>
                  <a:schemeClr val="tx1"/>
                </a:solidFill>
              </a:rPr>
              <a:t>取数据</a:t>
            </a:r>
            <a:r>
              <a:rPr lang="en-US" altLang="zh-CN" dirty="0">
                <a:solidFill>
                  <a:schemeClr val="tx1"/>
                </a:solidFill>
              </a:rPr>
              <a:t>R</a:t>
            </a:r>
            <a:r>
              <a:rPr lang="zh-CN" altLang="en-US" dirty="0">
                <a:solidFill>
                  <a:schemeClr val="tx1"/>
                </a:solidFill>
              </a:rPr>
              <a:t>前必须先</a:t>
            </a:r>
            <a:r>
              <a:rPr lang="zh-CN" altLang="en-US" dirty="0">
                <a:solidFill>
                  <a:srgbClr val="FF0000"/>
                </a:solidFill>
              </a:rPr>
              <a:t>加</a:t>
            </a:r>
            <a:r>
              <a:rPr lang="en-US" altLang="zh-CN" dirty="0">
                <a:solidFill>
                  <a:srgbClr val="FF0000"/>
                </a:solidFill>
              </a:rPr>
              <a:t>S</a:t>
            </a:r>
            <a:r>
              <a:rPr lang="zh-CN" altLang="en-US" dirty="0">
                <a:solidFill>
                  <a:schemeClr val="tx1"/>
                </a:solidFill>
              </a:rPr>
              <a:t>锁，</a:t>
            </a:r>
            <a:r>
              <a:rPr lang="zh-CN" altLang="en-US" dirty="0">
                <a:solidFill>
                  <a:srgbClr val="FF0000"/>
                </a:solidFill>
              </a:rPr>
              <a:t>直到事务结束才释放</a:t>
            </a:r>
            <a:endParaRPr lang="zh-CN" altLang="en-US" dirty="0">
              <a:solidFill>
                <a:srgbClr val="FF0000"/>
              </a:solidFill>
            </a:endParaRPr>
          </a:p>
          <a:p>
            <a:pPr eaLnBrk="1" hangingPunct="1">
              <a:lnSpc>
                <a:spcPct val="120000"/>
              </a:lnSpc>
            </a:pPr>
            <a:r>
              <a:rPr lang="en-US" altLang="zh-CN" dirty="0">
                <a:solidFill>
                  <a:schemeClr val="tx1"/>
                </a:solidFill>
              </a:rPr>
              <a:t>3</a:t>
            </a:r>
            <a:r>
              <a:rPr lang="zh-CN" altLang="en-US" dirty="0">
                <a:solidFill>
                  <a:schemeClr val="tx1"/>
                </a:solidFill>
              </a:rPr>
              <a:t>级封锁协议可以防止丢失修改、读“脏”数据以及不可重复读。</a:t>
            </a:r>
            <a:endParaRPr lang="zh-CN" altLang="en-US" dirty="0">
              <a:solidFill>
                <a:schemeClr val="tx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31747"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11.3 </a:t>
            </a:r>
            <a:r>
              <a:rPr lang="zh-CN" altLang="en-US" dirty="0"/>
              <a:t>封锁协议</a:t>
            </a:r>
            <a:endParaRPr lang="zh-CN" altLang="en-US" dirty="0"/>
          </a:p>
        </p:txBody>
      </p:sp>
      <p:sp>
        <p:nvSpPr>
          <p:cNvPr id="31748" name="Rectangle 3"/>
          <p:cNvSpPr>
            <a:spLocks noGrp="1"/>
          </p:cNvSpPr>
          <p:nvPr>
            <p:ph idx="1"/>
          </p:nvPr>
        </p:nvSpPr>
        <p:spPr>
          <a:xfrm>
            <a:off x="152400" y="685800"/>
            <a:ext cx="8839200" cy="5943600"/>
          </a:xfrm>
          <a:ln/>
        </p:spPr>
        <p:txBody>
          <a:bodyPr vert="horz" wrap="square" lIns="91440" tIns="45720" rIns="91440" bIns="45720" anchor="t" anchorCtr="0"/>
          <a:p>
            <a:pPr eaLnBrk="1" hangingPunct="1">
              <a:lnSpc>
                <a:spcPct val="110000"/>
              </a:lnSpc>
            </a:pPr>
            <a:r>
              <a:rPr lang="zh-CN" altLang="en-US" dirty="0"/>
              <a:t>三级协议的主要区别</a:t>
            </a:r>
            <a:endParaRPr lang="zh-CN" altLang="en-US" dirty="0"/>
          </a:p>
          <a:p>
            <a:pPr lvl="1" eaLnBrk="1" hangingPunct="1">
              <a:lnSpc>
                <a:spcPct val="110000"/>
              </a:lnSpc>
            </a:pPr>
            <a:r>
              <a:rPr lang="zh-CN" altLang="en-US" dirty="0"/>
              <a:t>什么操作需要申请封锁</a:t>
            </a:r>
            <a:endParaRPr lang="zh-CN" altLang="en-US" dirty="0"/>
          </a:p>
          <a:p>
            <a:pPr lvl="1" eaLnBrk="1" hangingPunct="1">
              <a:lnSpc>
                <a:spcPct val="110000"/>
              </a:lnSpc>
            </a:pPr>
            <a:r>
              <a:rPr lang="zh-CN" altLang="en-US" dirty="0"/>
              <a:t>何时释放锁（即持锁时间）</a:t>
            </a:r>
            <a:endParaRPr lang="zh-CN" altLang="en-US" dirty="0"/>
          </a:p>
          <a:p>
            <a:pPr lvl="1" eaLnBrk="1" hangingPunct="1">
              <a:lnSpc>
                <a:spcPct val="110000"/>
              </a:lnSpc>
            </a:pPr>
            <a:r>
              <a:rPr lang="zh-CN" altLang="en-US" dirty="0"/>
              <a:t>不同级别的封锁协议达到的</a:t>
            </a:r>
            <a:r>
              <a:rPr lang="zh-CN" altLang="en-US" dirty="0">
                <a:solidFill>
                  <a:srgbClr val="FF0000"/>
                </a:solidFill>
              </a:rPr>
              <a:t>系统一致性级别</a:t>
            </a:r>
            <a:r>
              <a:rPr lang="zh-CN" altLang="en-US" dirty="0"/>
              <a:t>不同</a:t>
            </a:r>
            <a:endParaRPr lang="zh-CN" altLang="en-US" dirty="0"/>
          </a:p>
        </p:txBody>
      </p:sp>
      <p:graphicFrame>
        <p:nvGraphicFramePr>
          <p:cNvPr id="326736" name="Group 80"/>
          <p:cNvGraphicFramePr>
            <a:graphicFrameLocks noGrp="1"/>
          </p:cNvGraphicFramePr>
          <p:nvPr/>
        </p:nvGraphicFramePr>
        <p:xfrm>
          <a:off x="165100" y="3302000"/>
          <a:ext cx="8750300" cy="2676525"/>
        </p:xfrm>
        <a:graphic>
          <a:graphicData uri="http://schemas.openxmlformats.org/drawingml/2006/table">
            <a:tbl>
              <a:tblPr/>
              <a:tblGrid>
                <a:gridCol w="825500"/>
                <a:gridCol w="1143000"/>
                <a:gridCol w="1219200"/>
                <a:gridCol w="1219200"/>
                <a:gridCol w="1143000"/>
                <a:gridCol w="1143000"/>
                <a:gridCol w="1143000"/>
                <a:gridCol w="914400"/>
              </a:tblGrid>
              <a:tr h="454025">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4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gridSpan="2">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X</a:t>
                      </a:r>
                      <a:r>
                        <a:rPr kumimoji="1" lang="zh-CN" altLang="en-US" sz="24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锁</a:t>
                      </a:r>
                      <a:endParaRPr kumimoji="1" lang="zh-CN" altLang="en-US" sz="24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hMerge="1">
                  <a:tcPr/>
                </a:tc>
                <a:tc gridSpan="2">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S</a:t>
                      </a:r>
                      <a:r>
                        <a:rPr kumimoji="1" lang="zh-CN" altLang="en-US" sz="24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锁 </a:t>
                      </a:r>
                      <a:endParaRPr kumimoji="1" lang="zh-CN" altLang="en-US" sz="24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hMerge="1">
                  <a:tcPr/>
                </a:tc>
                <a:tc gridSpan="3">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一致性保证 </a:t>
                      </a:r>
                      <a:endParaRPr kumimoji="1" lang="zh-CN" altLang="en-US" sz="24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hMerge="1">
                  <a:tcPr/>
                </a:tc>
                <a:tc hMerge="1">
                  <a:tcPr/>
                </a:tc>
              </a:tr>
              <a:tr h="847725">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4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操作结束释放 </a:t>
                      </a:r>
                      <a:endPar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事务结束释放 </a:t>
                      </a:r>
                      <a:endPar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操作结束释放 </a:t>
                      </a:r>
                      <a:endPar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事务结束释放 </a:t>
                      </a:r>
                      <a:endPar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不丢失修改 </a:t>
                      </a:r>
                      <a:endPar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不读脏数据 </a:t>
                      </a:r>
                      <a:endPar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可重复读 </a:t>
                      </a:r>
                      <a:endPar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454025">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rPr>
                        <a:t>一级 </a:t>
                      </a:r>
                      <a:endParaRPr kumimoji="1" lang="zh-CN" altLang="en-US"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4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 </a:t>
                      </a:r>
                      <a:endParaRPr kumimoji="1" lang="en-US" altLang="zh-CN" sz="24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4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4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 </a:t>
                      </a:r>
                      <a:endParaRPr kumimoji="1" lang="en-US" altLang="zh-CN" sz="24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4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4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457200">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rPr>
                        <a:t>二级 </a:t>
                      </a:r>
                      <a:endParaRPr kumimoji="1" lang="zh-CN" altLang="en-US"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4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 </a:t>
                      </a:r>
                      <a:endParaRPr kumimoji="1" lang="en-US" altLang="zh-CN" sz="24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 </a:t>
                      </a:r>
                      <a:endParaRPr kumimoji="1" lang="en-US" altLang="zh-CN" sz="24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4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 </a:t>
                      </a:r>
                      <a:endParaRPr kumimoji="1" lang="en-US" altLang="zh-CN" sz="24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 </a:t>
                      </a:r>
                      <a:endParaRPr kumimoji="1" lang="en-US" altLang="zh-CN" sz="24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4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454025">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rPr>
                        <a:t>三级 </a:t>
                      </a:r>
                      <a:endParaRPr kumimoji="1" lang="zh-CN" altLang="en-US"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4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 </a:t>
                      </a:r>
                      <a:endParaRPr kumimoji="1" lang="en-US" altLang="zh-CN" sz="24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4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 </a:t>
                      </a:r>
                      <a:endParaRPr kumimoji="1" lang="en-US" altLang="zh-CN" sz="24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 </a:t>
                      </a:r>
                      <a:endParaRPr kumimoji="1" lang="en-US" altLang="zh-CN" sz="24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 </a:t>
                      </a:r>
                      <a:endParaRPr kumimoji="1" lang="en-US" altLang="zh-CN" sz="24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 </a:t>
                      </a:r>
                      <a:endParaRPr kumimoji="1" lang="en-US" altLang="zh-CN" sz="24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32771" name="Rectangle 2"/>
          <p:cNvSpPr/>
          <p:nvPr/>
        </p:nvSpPr>
        <p:spPr>
          <a:xfrm>
            <a:off x="558800" y="2870200"/>
            <a:ext cx="7912100" cy="609600"/>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algn="ctr" eaLnBrk="1" hangingPunct="1">
              <a:spcBef>
                <a:spcPct val="0"/>
              </a:spcBef>
              <a:buClrTx/>
              <a:buFontTx/>
              <a:buNone/>
            </a:pPr>
            <a:endParaRPr lang="en-US" altLang="zh-CN" sz="1400" dirty="0">
              <a:solidFill>
                <a:schemeClr val="tx1"/>
              </a:solidFill>
            </a:endParaRPr>
          </a:p>
        </p:txBody>
      </p:sp>
      <p:sp>
        <p:nvSpPr>
          <p:cNvPr id="32772" name="Rectangle 3"/>
          <p:cNvSpPr>
            <a:spLocks noGrp="1"/>
          </p:cNvSpPr>
          <p:nvPr>
            <p:ph idx="1"/>
          </p:nvPr>
        </p:nvSpPr>
        <p:spPr>
          <a:xfrm>
            <a:off x="762000" y="1143000"/>
            <a:ext cx="7696200" cy="5257800"/>
          </a:xfrm>
          <a:ln/>
        </p:spPr>
        <p:txBody>
          <a:bodyPr vert="horz" wrap="square" lIns="91440" tIns="45720" rIns="91440" bIns="45720" anchor="t" anchorCtr="0"/>
          <a:p>
            <a:pPr algn="just" eaLnBrk="1" hangingPunct="1">
              <a:buNone/>
            </a:pPr>
            <a:r>
              <a:rPr lang="en-US" altLang="zh-CN" dirty="0">
                <a:solidFill>
                  <a:schemeClr val="tx1"/>
                </a:solidFill>
              </a:rPr>
              <a:t>11.1  </a:t>
            </a:r>
            <a:r>
              <a:rPr lang="zh-CN" altLang="en-US" dirty="0">
                <a:solidFill>
                  <a:schemeClr val="tx1"/>
                </a:solidFill>
              </a:rPr>
              <a:t>并发控制概述</a:t>
            </a:r>
            <a:endParaRPr lang="zh-CN" altLang="en-US" dirty="0">
              <a:solidFill>
                <a:schemeClr val="tx1"/>
              </a:solidFill>
            </a:endParaRPr>
          </a:p>
          <a:p>
            <a:pPr algn="just" eaLnBrk="1" hangingPunct="1">
              <a:buNone/>
            </a:pPr>
            <a:r>
              <a:rPr lang="en-US" altLang="zh-CN" dirty="0">
                <a:solidFill>
                  <a:schemeClr val="tx1"/>
                </a:solidFill>
              </a:rPr>
              <a:t>11.2  </a:t>
            </a:r>
            <a:r>
              <a:rPr lang="zh-CN" altLang="en-US" dirty="0">
                <a:solidFill>
                  <a:schemeClr val="tx1"/>
                </a:solidFill>
              </a:rPr>
              <a:t>封锁</a:t>
            </a:r>
            <a:endParaRPr lang="zh-CN" altLang="en-US" dirty="0">
              <a:solidFill>
                <a:schemeClr val="tx1"/>
              </a:solidFill>
            </a:endParaRPr>
          </a:p>
          <a:p>
            <a:pPr algn="just" eaLnBrk="1" hangingPunct="1">
              <a:buNone/>
            </a:pPr>
            <a:r>
              <a:rPr lang="en-US" altLang="zh-CN" dirty="0">
                <a:solidFill>
                  <a:schemeClr val="tx1"/>
                </a:solidFill>
              </a:rPr>
              <a:t>11.3  </a:t>
            </a:r>
            <a:r>
              <a:rPr lang="zh-CN" altLang="en-US" dirty="0">
                <a:solidFill>
                  <a:schemeClr val="tx1"/>
                </a:solidFill>
              </a:rPr>
              <a:t>封锁协议</a:t>
            </a:r>
            <a:endParaRPr lang="zh-CN" altLang="en-US" dirty="0">
              <a:solidFill>
                <a:schemeClr val="tx1"/>
              </a:solidFill>
            </a:endParaRPr>
          </a:p>
          <a:p>
            <a:pPr algn="just" eaLnBrk="1" hangingPunct="1">
              <a:buNone/>
            </a:pPr>
            <a:r>
              <a:rPr lang="en-US" altLang="zh-CN" dirty="0">
                <a:solidFill>
                  <a:schemeClr val="bg1"/>
                </a:solidFill>
              </a:rPr>
              <a:t>11.4  </a:t>
            </a:r>
            <a:r>
              <a:rPr lang="zh-CN" altLang="en-US" dirty="0">
                <a:solidFill>
                  <a:schemeClr val="bg1"/>
                </a:solidFill>
              </a:rPr>
              <a:t>活锁和死锁</a:t>
            </a:r>
            <a:endParaRPr lang="zh-CN" altLang="en-US" dirty="0">
              <a:solidFill>
                <a:schemeClr val="bg1"/>
              </a:solidFill>
            </a:endParaRPr>
          </a:p>
          <a:p>
            <a:pPr algn="just" eaLnBrk="1" hangingPunct="1">
              <a:buNone/>
            </a:pPr>
            <a:r>
              <a:rPr lang="en-US" altLang="zh-CN" dirty="0">
                <a:solidFill>
                  <a:schemeClr val="tx1"/>
                </a:solidFill>
              </a:rPr>
              <a:t>11.5  </a:t>
            </a:r>
            <a:r>
              <a:rPr lang="zh-CN" altLang="en-US" dirty="0">
                <a:solidFill>
                  <a:schemeClr val="tx1"/>
                </a:solidFill>
              </a:rPr>
              <a:t>并发调度的可串行性</a:t>
            </a:r>
            <a:endParaRPr lang="zh-CN" altLang="en-US" dirty="0">
              <a:solidFill>
                <a:schemeClr val="tx1"/>
              </a:solidFill>
            </a:endParaRPr>
          </a:p>
          <a:p>
            <a:pPr algn="just" eaLnBrk="1" hangingPunct="1">
              <a:buNone/>
            </a:pPr>
            <a:r>
              <a:rPr lang="en-US" altLang="zh-CN" dirty="0">
                <a:solidFill>
                  <a:schemeClr val="tx1"/>
                </a:solidFill>
              </a:rPr>
              <a:t>11.6  </a:t>
            </a:r>
            <a:r>
              <a:rPr lang="zh-CN" altLang="en-US" dirty="0">
                <a:solidFill>
                  <a:schemeClr val="tx1"/>
                </a:solidFill>
              </a:rPr>
              <a:t>两段锁协议</a:t>
            </a:r>
            <a:endParaRPr lang="zh-CN" altLang="en-US" dirty="0">
              <a:solidFill>
                <a:schemeClr val="tx1"/>
              </a:solidFill>
            </a:endParaRPr>
          </a:p>
          <a:p>
            <a:pPr algn="just" eaLnBrk="1" hangingPunct="1">
              <a:buNone/>
            </a:pPr>
            <a:r>
              <a:rPr lang="en-US" altLang="zh-CN" dirty="0">
                <a:solidFill>
                  <a:schemeClr val="tx1"/>
                </a:solidFill>
              </a:rPr>
              <a:t>11.7  </a:t>
            </a:r>
            <a:r>
              <a:rPr lang="zh-CN" altLang="en-US" dirty="0">
                <a:solidFill>
                  <a:schemeClr val="tx1"/>
                </a:solidFill>
              </a:rPr>
              <a:t>封锁的粒度</a:t>
            </a:r>
            <a:endParaRPr lang="zh-CN" altLang="en-US" dirty="0">
              <a:solidFill>
                <a:schemeClr val="tx1"/>
              </a:solidFill>
            </a:endParaRPr>
          </a:p>
          <a:p>
            <a:pPr algn="just" eaLnBrk="1" hangingPunct="1">
              <a:buNone/>
            </a:pPr>
            <a:r>
              <a:rPr lang="en-US" altLang="zh-CN" dirty="0">
                <a:solidFill>
                  <a:schemeClr val="tx1"/>
                </a:solidFill>
              </a:rPr>
              <a:t>11.8  SQL Server</a:t>
            </a:r>
            <a:r>
              <a:rPr lang="zh-CN" altLang="en-US" dirty="0">
                <a:solidFill>
                  <a:schemeClr val="tx1"/>
                </a:solidFill>
              </a:rPr>
              <a:t>的并发控制</a:t>
            </a:r>
            <a:endParaRPr lang="zh-CN" altLang="en-US" dirty="0">
              <a:solidFill>
                <a:schemeClr val="tx1"/>
              </a:solidFill>
            </a:endParaRPr>
          </a:p>
          <a:p>
            <a:pPr algn="just" eaLnBrk="1" hangingPunct="1">
              <a:buNone/>
            </a:pPr>
            <a:r>
              <a:rPr lang="en-US" altLang="zh-CN" dirty="0">
                <a:solidFill>
                  <a:schemeClr val="tx1"/>
                </a:solidFill>
              </a:rPr>
              <a:t>11.9  </a:t>
            </a:r>
            <a:r>
              <a:rPr lang="zh-CN" altLang="en-US" dirty="0">
                <a:solidFill>
                  <a:schemeClr val="tx1"/>
                </a:solidFill>
              </a:rPr>
              <a:t>小结</a:t>
            </a:r>
            <a:endParaRPr lang="zh-CN" altLang="en-US" dirty="0">
              <a:solidFill>
                <a:schemeClr val="tx1"/>
              </a:solidFill>
            </a:endParaRPr>
          </a:p>
        </p:txBody>
      </p:sp>
      <p:sp>
        <p:nvSpPr>
          <p:cNvPr id="32773" name="Rectangle 4"/>
          <p:cNvSpPr>
            <a:spLocks noGrp="1"/>
          </p:cNvSpPr>
          <p:nvPr>
            <p:ph type="title"/>
          </p:nvPr>
        </p:nvSpPr>
        <p:spPr>
          <a:xfrm>
            <a:off x="685800" y="152400"/>
            <a:ext cx="7772400" cy="828675"/>
          </a:xfrm>
          <a:ln/>
        </p:spPr>
        <p:txBody>
          <a:bodyPr vert="horz" wrap="square" lIns="91440" tIns="45720" rIns="91440" bIns="45720" anchor="ctr" anchorCtr="0"/>
          <a:p>
            <a:pPr eaLnBrk="1" hangingPunct="1"/>
            <a:r>
              <a:rPr lang="zh-CN" altLang="en-US" dirty="0"/>
              <a:t>第</a:t>
            </a:r>
            <a:r>
              <a:rPr lang="en-US" altLang="zh-CN" dirty="0"/>
              <a:t>11</a:t>
            </a:r>
            <a:r>
              <a:rPr lang="zh-CN" altLang="en-US" dirty="0"/>
              <a:t>章 并发控制</a:t>
            </a:r>
            <a:endParaRPr lang="zh-CN"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33795"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11.4 </a:t>
            </a:r>
            <a:r>
              <a:rPr lang="zh-CN" altLang="en-US" dirty="0"/>
              <a:t>活锁和死锁</a:t>
            </a:r>
            <a:endParaRPr lang="zh-CN" altLang="en-US" dirty="0"/>
          </a:p>
        </p:txBody>
      </p:sp>
      <p:sp>
        <p:nvSpPr>
          <p:cNvPr id="33796" name="Rectangle 3"/>
          <p:cNvSpPr>
            <a:spLocks noGrp="1"/>
          </p:cNvSpPr>
          <p:nvPr>
            <p:ph idx="1"/>
          </p:nvPr>
        </p:nvSpPr>
        <p:spPr>
          <a:xfrm>
            <a:off x="304800" y="914400"/>
            <a:ext cx="8839200" cy="5105400"/>
          </a:xfrm>
          <a:ln/>
        </p:spPr>
        <p:txBody>
          <a:bodyPr vert="horz" wrap="square" lIns="91440" tIns="45720" rIns="91440" bIns="45720" anchor="t" anchorCtr="0"/>
          <a:p>
            <a:pPr eaLnBrk="1" hangingPunct="1"/>
            <a:r>
              <a:rPr lang="zh-CN" altLang="en-US" dirty="0">
                <a:solidFill>
                  <a:schemeClr val="tx1"/>
                </a:solidFill>
              </a:rPr>
              <a:t>封锁技术可以有效地解决并行操作的一致性问题，但也带来一些新的问题</a:t>
            </a:r>
            <a:endParaRPr lang="zh-CN" altLang="en-US" dirty="0">
              <a:solidFill>
                <a:schemeClr val="tx1"/>
              </a:solidFill>
            </a:endParaRPr>
          </a:p>
          <a:p>
            <a:pPr lvl="1" eaLnBrk="1" hangingPunct="1">
              <a:lnSpc>
                <a:spcPct val="160000"/>
              </a:lnSpc>
            </a:pPr>
            <a:r>
              <a:rPr lang="zh-CN" altLang="en-US" sz="3200" dirty="0"/>
              <a:t>死锁</a:t>
            </a:r>
            <a:endParaRPr lang="zh-CN" altLang="en-US" sz="3200" dirty="0"/>
          </a:p>
          <a:p>
            <a:pPr lvl="1" eaLnBrk="1" hangingPunct="1">
              <a:lnSpc>
                <a:spcPct val="160000"/>
              </a:lnSpc>
            </a:pPr>
            <a:r>
              <a:rPr lang="zh-CN" altLang="en-US" sz="3200" dirty="0"/>
              <a:t>活锁</a:t>
            </a:r>
            <a:endParaRPr lang="zh-CN" altLang="en-US" sz="3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34819"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11.4 </a:t>
            </a:r>
            <a:r>
              <a:rPr lang="zh-CN" altLang="en-US" dirty="0"/>
              <a:t>活锁和死锁</a:t>
            </a:r>
            <a:endParaRPr lang="zh-CN" altLang="en-US" dirty="0"/>
          </a:p>
        </p:txBody>
      </p:sp>
      <p:sp>
        <p:nvSpPr>
          <p:cNvPr id="34820" name="Rectangle 3"/>
          <p:cNvSpPr>
            <a:spLocks noGrp="1"/>
          </p:cNvSpPr>
          <p:nvPr>
            <p:ph idx="1"/>
          </p:nvPr>
        </p:nvSpPr>
        <p:spPr>
          <a:xfrm>
            <a:off x="304800" y="914400"/>
            <a:ext cx="8839200" cy="5610225"/>
          </a:xfrm>
          <a:ln/>
        </p:spPr>
        <p:txBody>
          <a:bodyPr vert="horz" wrap="square" lIns="91440" tIns="45720" rIns="91440" bIns="45720" anchor="t" anchorCtr="0"/>
          <a:p>
            <a:pPr eaLnBrk="1" hangingPunct="1">
              <a:lnSpc>
                <a:spcPct val="120000"/>
              </a:lnSpc>
            </a:pPr>
            <a:r>
              <a:rPr lang="zh-CN" altLang="en-US" dirty="0">
                <a:solidFill>
                  <a:schemeClr val="tx1"/>
                </a:solidFill>
              </a:rPr>
              <a:t>活锁</a:t>
            </a:r>
            <a:endParaRPr lang="zh-CN" altLang="en-US" dirty="0">
              <a:solidFill>
                <a:schemeClr val="tx1"/>
              </a:solidFill>
            </a:endParaRPr>
          </a:p>
          <a:p>
            <a:pPr lvl="1" eaLnBrk="1" hangingPunct="1">
              <a:lnSpc>
                <a:spcPct val="120000"/>
              </a:lnSpc>
            </a:pPr>
            <a:r>
              <a:rPr lang="zh-CN" altLang="en-US" dirty="0"/>
              <a:t>事务</a:t>
            </a:r>
            <a:r>
              <a:rPr lang="en-US" altLang="zh-CN" dirty="0"/>
              <a:t>T1</a:t>
            </a:r>
            <a:r>
              <a:rPr lang="zh-CN" altLang="en-US" dirty="0"/>
              <a:t>封锁数据</a:t>
            </a:r>
            <a:r>
              <a:rPr lang="en-US" altLang="zh-CN" dirty="0"/>
              <a:t>R</a:t>
            </a:r>
            <a:r>
              <a:rPr lang="zh-CN" altLang="en-US" dirty="0"/>
              <a:t>，事务</a:t>
            </a:r>
            <a:r>
              <a:rPr lang="en-US" altLang="zh-CN" dirty="0"/>
              <a:t>T2</a:t>
            </a:r>
            <a:r>
              <a:rPr lang="zh-CN" altLang="en-US" dirty="0"/>
              <a:t>又请求封锁</a:t>
            </a:r>
            <a:r>
              <a:rPr lang="en-US" altLang="zh-CN" dirty="0"/>
              <a:t>R</a:t>
            </a:r>
            <a:r>
              <a:rPr lang="zh-CN" altLang="en-US" dirty="0"/>
              <a:t>，于是</a:t>
            </a:r>
            <a:r>
              <a:rPr lang="en-US" altLang="zh-CN" dirty="0"/>
              <a:t>T2</a:t>
            </a:r>
            <a:r>
              <a:rPr lang="zh-CN" altLang="en-US" dirty="0"/>
              <a:t>等待。此时，</a:t>
            </a:r>
            <a:r>
              <a:rPr lang="en-US" altLang="zh-CN" dirty="0"/>
              <a:t>T3</a:t>
            </a:r>
            <a:r>
              <a:rPr lang="zh-CN" altLang="en-US" dirty="0"/>
              <a:t>也请求封锁</a:t>
            </a:r>
            <a:r>
              <a:rPr lang="en-US" altLang="zh-CN" dirty="0"/>
              <a:t>R</a:t>
            </a:r>
            <a:r>
              <a:rPr lang="zh-CN" altLang="en-US" dirty="0"/>
              <a:t>，被迫等待。当</a:t>
            </a:r>
            <a:r>
              <a:rPr lang="en-US" altLang="zh-CN" dirty="0"/>
              <a:t>T1</a:t>
            </a:r>
            <a:r>
              <a:rPr lang="zh-CN" altLang="en-US" dirty="0"/>
              <a:t>释放</a:t>
            </a:r>
            <a:r>
              <a:rPr lang="en-US" altLang="zh-CN" dirty="0"/>
              <a:t>R</a:t>
            </a:r>
            <a:r>
              <a:rPr lang="zh-CN" altLang="en-US" dirty="0"/>
              <a:t>上的封锁后，系统却首先批准了</a:t>
            </a:r>
            <a:r>
              <a:rPr lang="en-US" altLang="zh-CN" dirty="0"/>
              <a:t>T3</a:t>
            </a:r>
            <a:r>
              <a:rPr lang="zh-CN" altLang="en-US" dirty="0"/>
              <a:t>的请求，</a:t>
            </a:r>
            <a:r>
              <a:rPr lang="en-US" altLang="zh-CN" dirty="0"/>
              <a:t>T2</a:t>
            </a:r>
            <a:r>
              <a:rPr lang="zh-CN" altLang="en-US" dirty="0"/>
              <a:t>被迫继续等待。然后，又有别的事务，比如</a:t>
            </a:r>
            <a:r>
              <a:rPr lang="en-US" altLang="zh-CN" dirty="0"/>
              <a:t>T4</a:t>
            </a:r>
            <a:r>
              <a:rPr lang="zh-CN" altLang="en-US" dirty="0"/>
              <a:t>请求封锁</a:t>
            </a:r>
            <a:r>
              <a:rPr lang="en-US" altLang="zh-CN" dirty="0"/>
              <a:t>R, </a:t>
            </a:r>
            <a:r>
              <a:rPr lang="zh-CN" altLang="en-US" dirty="0"/>
              <a:t>当</a:t>
            </a:r>
            <a:r>
              <a:rPr lang="en-US" altLang="zh-CN" dirty="0"/>
              <a:t>T3</a:t>
            </a:r>
            <a:r>
              <a:rPr lang="zh-CN" altLang="en-US" dirty="0"/>
              <a:t>释放</a:t>
            </a:r>
            <a:r>
              <a:rPr lang="en-US" altLang="zh-CN" dirty="0"/>
              <a:t>R</a:t>
            </a:r>
            <a:r>
              <a:rPr lang="zh-CN" altLang="en-US" dirty="0"/>
              <a:t>上的封锁后，系统统又批准了</a:t>
            </a:r>
            <a:r>
              <a:rPr lang="en-US" altLang="zh-CN" dirty="0"/>
              <a:t>T4</a:t>
            </a:r>
            <a:r>
              <a:rPr lang="zh-CN" altLang="en-US" dirty="0"/>
              <a:t>的请求，</a:t>
            </a:r>
            <a:r>
              <a:rPr lang="en-US" altLang="zh-CN" dirty="0"/>
              <a:t>…</a:t>
            </a:r>
            <a:r>
              <a:rPr lang="zh-CN" altLang="en-US" dirty="0"/>
              <a:t>，</a:t>
            </a:r>
            <a:r>
              <a:rPr lang="en-US" altLang="zh-CN" dirty="0"/>
              <a:t>T2</a:t>
            </a:r>
            <a:r>
              <a:rPr lang="zh-CN" altLang="en-US" dirty="0"/>
              <a:t>有可能永远等待。这就是活锁。</a:t>
            </a:r>
            <a:endParaRPr lang="zh-CN" altLang="en-US" dirty="0"/>
          </a:p>
          <a:p>
            <a:pPr eaLnBrk="1" hangingPunct="1">
              <a:lnSpc>
                <a:spcPct val="120000"/>
              </a:lnSpc>
            </a:pPr>
            <a:r>
              <a:rPr lang="zh-CN" altLang="en-US" dirty="0">
                <a:solidFill>
                  <a:schemeClr val="tx1"/>
                </a:solidFill>
              </a:rPr>
              <a:t>如何避免活锁</a:t>
            </a:r>
            <a:endParaRPr lang="zh-CN" altLang="en-US" dirty="0">
              <a:solidFill>
                <a:schemeClr val="tx1"/>
              </a:solidFill>
            </a:endParaRPr>
          </a:p>
          <a:p>
            <a:pPr lvl="1" eaLnBrk="1" hangingPunct="1">
              <a:lnSpc>
                <a:spcPct val="120000"/>
              </a:lnSpc>
            </a:pPr>
            <a:r>
              <a:rPr lang="zh-CN" altLang="en-US" dirty="0"/>
              <a:t>先来先服务</a:t>
            </a:r>
            <a:endParaRPr lang="zh-CN" altLang="en-US" dirty="0"/>
          </a:p>
          <a:p>
            <a:pPr eaLnBrk="1" hangingPunct="1">
              <a:lnSpc>
                <a:spcPct val="120000"/>
              </a:lnSpc>
            </a:pPr>
            <a:endParaRPr lang="zh-CN"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35843"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11.4 </a:t>
            </a:r>
            <a:r>
              <a:rPr lang="zh-CN" altLang="en-US" dirty="0"/>
              <a:t>活锁和死锁</a:t>
            </a:r>
            <a:endParaRPr lang="zh-CN" altLang="en-US" dirty="0"/>
          </a:p>
        </p:txBody>
      </p:sp>
      <p:sp>
        <p:nvSpPr>
          <p:cNvPr id="35844" name="Rectangle 3"/>
          <p:cNvSpPr>
            <a:spLocks noGrp="1"/>
          </p:cNvSpPr>
          <p:nvPr>
            <p:ph idx="1"/>
          </p:nvPr>
        </p:nvSpPr>
        <p:spPr>
          <a:xfrm>
            <a:off x="304800" y="914400"/>
            <a:ext cx="8839200" cy="5715000"/>
          </a:xfrm>
          <a:ln/>
        </p:spPr>
        <p:txBody>
          <a:bodyPr vert="horz" wrap="square" lIns="91440" tIns="45720" rIns="91440" bIns="45720" anchor="t" anchorCtr="0"/>
          <a:p>
            <a:pPr eaLnBrk="1" hangingPunct="1"/>
            <a:r>
              <a:rPr lang="zh-CN" altLang="en-US" dirty="0">
                <a:solidFill>
                  <a:schemeClr val="tx1"/>
                </a:solidFill>
              </a:rPr>
              <a:t>死锁</a:t>
            </a:r>
            <a:endParaRPr lang="zh-CN" altLang="en-US" dirty="0">
              <a:solidFill>
                <a:schemeClr val="tx1"/>
              </a:solidFill>
            </a:endParaRPr>
          </a:p>
          <a:p>
            <a:pPr lvl="1" eaLnBrk="1" hangingPunct="1"/>
            <a:r>
              <a:rPr lang="zh-CN" altLang="en-US" dirty="0"/>
              <a:t>两个或两个以上事务均处于等待状态，每个事务都在等待其中另一个事务封锁的数据，导致任何事务都不能继续执行的现象称为死锁。</a:t>
            </a:r>
            <a:endParaRPr lang="zh-CN" altLang="en-US" dirty="0"/>
          </a:p>
          <a:p>
            <a:pPr eaLnBrk="1" hangingPunct="1"/>
            <a:r>
              <a:rPr lang="zh-CN" altLang="en-US" dirty="0">
                <a:solidFill>
                  <a:schemeClr val="tx1"/>
                </a:solidFill>
              </a:rPr>
              <a:t>死锁的产生条件</a:t>
            </a:r>
            <a:endParaRPr lang="zh-CN" altLang="en-US" dirty="0">
              <a:solidFill>
                <a:schemeClr val="tx1"/>
              </a:solidFill>
            </a:endParaRPr>
          </a:p>
          <a:p>
            <a:pPr lvl="1" eaLnBrk="1" hangingPunct="1"/>
            <a:r>
              <a:rPr lang="zh-CN" altLang="en-US" dirty="0"/>
              <a:t>互斥（排它性控制）；  </a:t>
            </a:r>
            <a:endParaRPr lang="zh-CN" altLang="en-US" dirty="0"/>
          </a:p>
          <a:p>
            <a:pPr lvl="1" eaLnBrk="1" hangingPunct="1"/>
            <a:r>
              <a:rPr lang="zh-CN" altLang="en-US" dirty="0"/>
              <a:t>不可剥夺（释放前，其它事务不能剥夺）；  </a:t>
            </a:r>
            <a:endParaRPr lang="zh-CN" altLang="en-US" dirty="0"/>
          </a:p>
          <a:p>
            <a:pPr lvl="1" eaLnBrk="1" hangingPunct="1"/>
            <a:r>
              <a:rPr lang="zh-CN" altLang="en-US" dirty="0"/>
              <a:t>部分分配（每次申请一部分，申请新的时，又占用已获得者）；  </a:t>
            </a:r>
            <a:endParaRPr lang="zh-CN" altLang="en-US" dirty="0"/>
          </a:p>
          <a:p>
            <a:pPr lvl="1" eaLnBrk="1" hangingPunct="1"/>
            <a:r>
              <a:rPr lang="zh-CN" altLang="en-US" dirty="0"/>
              <a:t>环路（循环链中，每事务获得数据同时又被另一事务请求）。 </a:t>
            </a:r>
            <a:endParaRPr lang="zh-CN" alt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36867"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11.4 </a:t>
            </a:r>
            <a:r>
              <a:rPr lang="zh-CN" altLang="en-US" dirty="0"/>
              <a:t>活锁和死锁</a:t>
            </a:r>
            <a:endParaRPr lang="zh-CN" altLang="en-US" dirty="0"/>
          </a:p>
        </p:txBody>
      </p:sp>
      <p:sp>
        <p:nvSpPr>
          <p:cNvPr id="36868" name="Rectangle 3"/>
          <p:cNvSpPr>
            <a:spLocks noGrp="1"/>
          </p:cNvSpPr>
          <p:nvPr>
            <p:ph idx="1"/>
          </p:nvPr>
        </p:nvSpPr>
        <p:spPr>
          <a:xfrm>
            <a:off x="304800" y="914400"/>
            <a:ext cx="8839200" cy="685800"/>
          </a:xfrm>
          <a:ln/>
        </p:spPr>
        <p:txBody>
          <a:bodyPr vert="horz" wrap="square" lIns="91440" tIns="45720" rIns="91440" bIns="45720" anchor="t" anchorCtr="0"/>
          <a:p>
            <a:pPr eaLnBrk="1" hangingPunct="1"/>
            <a:r>
              <a:rPr lang="zh-CN" altLang="en-US" dirty="0">
                <a:solidFill>
                  <a:schemeClr val="tx1"/>
                </a:solidFill>
              </a:rPr>
              <a:t>死锁的例子</a:t>
            </a:r>
            <a:endParaRPr lang="zh-CN" altLang="en-US" dirty="0">
              <a:solidFill>
                <a:schemeClr val="tx1"/>
              </a:solidFill>
            </a:endParaRPr>
          </a:p>
        </p:txBody>
      </p:sp>
      <p:graphicFrame>
        <p:nvGraphicFramePr>
          <p:cNvPr id="331797" name="Group 21"/>
          <p:cNvGraphicFramePr>
            <a:graphicFrameLocks noGrp="1"/>
          </p:cNvGraphicFramePr>
          <p:nvPr/>
        </p:nvGraphicFramePr>
        <p:xfrm>
          <a:off x="1219200" y="1828800"/>
          <a:ext cx="6096000" cy="4505325"/>
        </p:xfrm>
        <a:graphic>
          <a:graphicData uri="http://schemas.openxmlformats.org/drawingml/2006/table">
            <a:tbl>
              <a:tblPr/>
              <a:tblGrid>
                <a:gridCol w="3048000"/>
                <a:gridCol w="3048000"/>
              </a:tblGrid>
              <a:tr h="609652">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T1</a:t>
                      </a:r>
                      <a:endParaRPr kumimoji="1" lang="en-US" altLang="zh-CN"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4" marB="45724"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T2</a:t>
                      </a:r>
                      <a:endParaRPr kumimoji="1" lang="en-US" altLang="zh-CN"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4" marB="45724"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895673">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Xlock</a:t>
                      </a:r>
                      <a:r>
                        <a:rPr kumimoji="1" lang="en-US" altLang="zh-CN" sz="24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rPr>
                        <a:t> R</a:t>
                      </a:r>
                      <a:r>
                        <a:rPr kumimoji="1" lang="en-US" altLang="zh-CN" sz="2400" b="1" i="0" u="none" strike="noStrike" cap="none" normalizeH="0" baseline="-30000" smtClean="0">
                          <a:ln>
                            <a:noFill/>
                          </a:ln>
                          <a:solidFill>
                            <a:schemeClr val="accent2"/>
                          </a:solidFill>
                          <a:effectLst/>
                          <a:latin typeface="Times New Roman" panose="02020603050405020304" pitchFamily="18" charset="0"/>
                          <a:ea typeface="宋体" panose="02010600030101010101" pitchFamily="2" charset="-122"/>
                        </a:rPr>
                        <a:t>1</a:t>
                      </a:r>
                      <a:endPar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t>
                      </a:r>
                      <a:endPar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t>
                      </a:r>
                      <a:endPar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t>
                      </a:r>
                      <a:endPar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Xlock R</a:t>
                      </a:r>
                      <a:r>
                        <a:rPr kumimoji="1" lang="en-US" altLang="zh-CN" sz="2400" b="1"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rPr>
                        <a:t>2</a:t>
                      </a:r>
                      <a:endPar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等待</a:t>
                      </a:r>
                      <a:endPara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等待</a:t>
                      </a:r>
                      <a:endPara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等待</a:t>
                      </a:r>
                      <a:endPara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zh-CN"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4" marB="45724"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t>
                      </a:r>
                      <a:endPar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t>
                      </a:r>
                      <a:endPar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Xlock R</a:t>
                      </a:r>
                      <a:r>
                        <a:rPr kumimoji="1" lang="en-US" altLang="zh-CN" sz="2400" b="1"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rPr>
                        <a:t>2</a:t>
                      </a:r>
                      <a:endPar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t>
                      </a:r>
                      <a:endPar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t>
                      </a:r>
                      <a:endPar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Xlock </a:t>
                      </a:r>
                      <a:r>
                        <a:rPr kumimoji="1" lang="en-US" altLang="zh-CN" sz="24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rPr>
                        <a:t>R</a:t>
                      </a:r>
                      <a:r>
                        <a:rPr kumimoji="1" lang="en-US" altLang="zh-CN" sz="2400" b="1" i="0" u="none" strike="noStrike" cap="none" normalizeH="0" baseline="-30000" smtClean="0">
                          <a:ln>
                            <a:noFill/>
                          </a:ln>
                          <a:solidFill>
                            <a:schemeClr val="accent2"/>
                          </a:solidFill>
                          <a:effectLst/>
                          <a:latin typeface="Times New Roman" panose="02020603050405020304" pitchFamily="18" charset="0"/>
                          <a:ea typeface="宋体" panose="02010600030101010101" pitchFamily="2" charset="-122"/>
                        </a:rPr>
                        <a:t>1</a:t>
                      </a:r>
                      <a:endPar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等待</a:t>
                      </a:r>
                      <a:endPara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等待</a:t>
                      </a:r>
                      <a:endPara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zh-CN"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4" marB="45724"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37891"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11.4 </a:t>
            </a:r>
            <a:r>
              <a:rPr lang="zh-CN" altLang="en-US" dirty="0"/>
              <a:t>活锁和死锁</a:t>
            </a:r>
            <a:endParaRPr lang="zh-CN" altLang="en-US" dirty="0"/>
          </a:p>
        </p:txBody>
      </p:sp>
      <p:sp>
        <p:nvSpPr>
          <p:cNvPr id="37892" name="Rectangle 3"/>
          <p:cNvSpPr>
            <a:spLocks noGrp="1"/>
          </p:cNvSpPr>
          <p:nvPr>
            <p:ph idx="1"/>
          </p:nvPr>
        </p:nvSpPr>
        <p:spPr>
          <a:xfrm>
            <a:off x="304800" y="914400"/>
            <a:ext cx="7924800" cy="4800600"/>
          </a:xfrm>
          <a:ln/>
        </p:spPr>
        <p:txBody>
          <a:bodyPr vert="horz" wrap="square" lIns="91440" tIns="45720" rIns="91440" bIns="45720" anchor="t" anchorCtr="0"/>
          <a:p>
            <a:pPr eaLnBrk="1" hangingPunct="1">
              <a:lnSpc>
                <a:spcPct val="120000"/>
              </a:lnSpc>
            </a:pPr>
            <a:r>
              <a:rPr lang="zh-CN" altLang="en-US" dirty="0">
                <a:solidFill>
                  <a:schemeClr val="tx1"/>
                </a:solidFill>
              </a:rPr>
              <a:t>解决死锁的方法</a:t>
            </a:r>
            <a:endParaRPr lang="zh-CN" altLang="en-US" dirty="0">
              <a:solidFill>
                <a:schemeClr val="tx1"/>
              </a:solidFill>
            </a:endParaRPr>
          </a:p>
          <a:p>
            <a:pPr lvl="1" eaLnBrk="1" hangingPunct="1">
              <a:lnSpc>
                <a:spcPct val="120000"/>
              </a:lnSpc>
            </a:pPr>
            <a:r>
              <a:rPr lang="zh-CN" altLang="en-US" dirty="0"/>
              <a:t>死锁的预防</a:t>
            </a:r>
            <a:endParaRPr lang="zh-CN" altLang="en-US" dirty="0"/>
          </a:p>
          <a:p>
            <a:pPr lvl="1" eaLnBrk="1" hangingPunct="1">
              <a:lnSpc>
                <a:spcPct val="120000"/>
              </a:lnSpc>
            </a:pPr>
            <a:r>
              <a:rPr lang="zh-CN" altLang="en-US" dirty="0"/>
              <a:t>死锁的诊断与解除</a:t>
            </a:r>
            <a:endParaRPr lang="zh-CN" alt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38915"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11.4 </a:t>
            </a:r>
            <a:r>
              <a:rPr lang="zh-CN" altLang="en-US" dirty="0"/>
              <a:t>活锁和死锁</a:t>
            </a:r>
            <a:endParaRPr lang="zh-CN" altLang="en-US" dirty="0"/>
          </a:p>
        </p:txBody>
      </p:sp>
      <p:sp>
        <p:nvSpPr>
          <p:cNvPr id="38916" name="Rectangle 3"/>
          <p:cNvSpPr>
            <a:spLocks noGrp="1"/>
          </p:cNvSpPr>
          <p:nvPr>
            <p:ph idx="1"/>
          </p:nvPr>
        </p:nvSpPr>
        <p:spPr>
          <a:xfrm>
            <a:off x="304800" y="914400"/>
            <a:ext cx="8610600" cy="5715000"/>
          </a:xfrm>
          <a:ln/>
        </p:spPr>
        <p:txBody>
          <a:bodyPr vert="horz" wrap="square" lIns="91440" tIns="45720" rIns="91440" bIns="45720" anchor="t" anchorCtr="0"/>
          <a:p>
            <a:pPr eaLnBrk="1" hangingPunct="1">
              <a:lnSpc>
                <a:spcPct val="120000"/>
              </a:lnSpc>
            </a:pPr>
            <a:r>
              <a:rPr lang="zh-CN" altLang="en-US" dirty="0">
                <a:solidFill>
                  <a:schemeClr val="tx1"/>
                </a:solidFill>
              </a:rPr>
              <a:t>死锁的预防</a:t>
            </a:r>
            <a:r>
              <a:rPr lang="en-US" altLang="zh-CN" dirty="0">
                <a:solidFill>
                  <a:schemeClr val="tx1"/>
                </a:solidFill>
              </a:rPr>
              <a:t>(</a:t>
            </a:r>
            <a:r>
              <a:rPr lang="zh-CN" altLang="en-US" dirty="0">
                <a:solidFill>
                  <a:schemeClr val="tx1"/>
                </a:solidFill>
              </a:rPr>
              <a:t>破坏产生死锁的条件</a:t>
            </a:r>
            <a:r>
              <a:rPr lang="en-US" altLang="zh-CN" dirty="0">
                <a:solidFill>
                  <a:schemeClr val="tx1"/>
                </a:solidFill>
              </a:rPr>
              <a:t>)</a:t>
            </a:r>
            <a:endParaRPr lang="en-US" altLang="zh-CN" dirty="0">
              <a:solidFill>
                <a:schemeClr val="tx1"/>
              </a:solidFill>
            </a:endParaRPr>
          </a:p>
          <a:p>
            <a:pPr lvl="1" eaLnBrk="1" hangingPunct="1"/>
            <a:r>
              <a:rPr lang="zh-CN" altLang="en-US" dirty="0"/>
              <a:t>互斥  </a:t>
            </a:r>
            <a:r>
              <a:rPr lang="en-US" altLang="zh-CN" dirty="0"/>
              <a:t>-  </a:t>
            </a:r>
            <a:r>
              <a:rPr lang="zh-CN" altLang="en-US" dirty="0"/>
              <a:t>？ </a:t>
            </a:r>
            <a:endParaRPr lang="zh-CN" altLang="en-US" dirty="0"/>
          </a:p>
          <a:p>
            <a:pPr lvl="1" eaLnBrk="1" hangingPunct="1"/>
            <a:r>
              <a:rPr lang="zh-CN" altLang="en-US" dirty="0"/>
              <a:t>不可剥夺  </a:t>
            </a:r>
            <a:r>
              <a:rPr lang="en-US" altLang="zh-CN" dirty="0"/>
              <a:t>-  </a:t>
            </a:r>
            <a:r>
              <a:rPr lang="zh-CN" altLang="en-US" dirty="0"/>
              <a:t>预防？ </a:t>
            </a:r>
            <a:endParaRPr lang="zh-CN" altLang="en-US" dirty="0"/>
          </a:p>
          <a:p>
            <a:pPr lvl="1" eaLnBrk="1" hangingPunct="1"/>
            <a:r>
              <a:rPr lang="zh-CN" altLang="en-US" dirty="0">
                <a:solidFill>
                  <a:srgbClr val="FF0000"/>
                </a:solidFill>
              </a:rPr>
              <a:t>部分分配 </a:t>
            </a:r>
            <a:endParaRPr lang="zh-CN" altLang="en-US" dirty="0">
              <a:solidFill>
                <a:srgbClr val="FF0000"/>
              </a:solidFill>
            </a:endParaRPr>
          </a:p>
          <a:p>
            <a:pPr lvl="1" eaLnBrk="1" hangingPunct="1"/>
            <a:r>
              <a:rPr lang="zh-CN" altLang="en-US" dirty="0">
                <a:solidFill>
                  <a:srgbClr val="FF0000"/>
                </a:solidFill>
              </a:rPr>
              <a:t>环路</a:t>
            </a:r>
            <a:endParaRPr lang="zh-CN" altLang="en-US" dirty="0">
              <a:solidFill>
                <a:srgbClr val="FF0000"/>
              </a:solidFill>
            </a:endParaRPr>
          </a:p>
          <a:p>
            <a:pPr eaLnBrk="1" hangingPunct="1">
              <a:lnSpc>
                <a:spcPct val="120000"/>
              </a:lnSpc>
            </a:pPr>
            <a:r>
              <a:rPr lang="zh-CN" altLang="en-US" dirty="0">
                <a:solidFill>
                  <a:schemeClr val="tx1"/>
                </a:solidFill>
              </a:rPr>
              <a:t>方法</a:t>
            </a:r>
            <a:endParaRPr lang="zh-CN" altLang="en-US" dirty="0">
              <a:solidFill>
                <a:schemeClr val="tx1"/>
              </a:solidFill>
            </a:endParaRPr>
          </a:p>
          <a:p>
            <a:pPr lvl="1" eaLnBrk="1" hangingPunct="1">
              <a:lnSpc>
                <a:spcPct val="150000"/>
              </a:lnSpc>
            </a:pPr>
            <a:r>
              <a:rPr lang="zh-CN" altLang="en-US" sz="3200" dirty="0"/>
              <a:t>一次封锁法</a:t>
            </a:r>
            <a:endParaRPr lang="zh-CN" altLang="en-US" sz="3200" dirty="0"/>
          </a:p>
          <a:p>
            <a:pPr lvl="1" eaLnBrk="1" hangingPunct="1">
              <a:lnSpc>
                <a:spcPct val="150000"/>
              </a:lnSpc>
            </a:pPr>
            <a:r>
              <a:rPr lang="zh-CN" altLang="en-US" sz="3200" dirty="0"/>
              <a:t> 顺序封锁法</a:t>
            </a:r>
            <a:endParaRPr lang="zh-CN" altLang="en-US" sz="3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39939"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11.4 </a:t>
            </a:r>
            <a:r>
              <a:rPr lang="zh-CN" altLang="en-US" dirty="0"/>
              <a:t>活锁和死锁</a:t>
            </a:r>
            <a:endParaRPr lang="zh-CN" altLang="en-US" dirty="0"/>
          </a:p>
        </p:txBody>
      </p:sp>
      <p:sp>
        <p:nvSpPr>
          <p:cNvPr id="39940" name="Rectangle 3"/>
          <p:cNvSpPr>
            <a:spLocks noGrp="1"/>
          </p:cNvSpPr>
          <p:nvPr>
            <p:ph idx="1"/>
          </p:nvPr>
        </p:nvSpPr>
        <p:spPr>
          <a:xfrm>
            <a:off x="304800" y="914400"/>
            <a:ext cx="8610600" cy="4800600"/>
          </a:xfrm>
          <a:ln/>
        </p:spPr>
        <p:txBody>
          <a:bodyPr vert="horz" wrap="square" lIns="91440" tIns="45720" rIns="91440" bIns="45720" anchor="t" anchorCtr="0"/>
          <a:p>
            <a:pPr eaLnBrk="1" hangingPunct="1">
              <a:lnSpc>
                <a:spcPct val="120000"/>
              </a:lnSpc>
            </a:pPr>
            <a:r>
              <a:rPr lang="zh-CN" altLang="en-US" dirty="0">
                <a:solidFill>
                  <a:schemeClr val="tx1"/>
                </a:solidFill>
              </a:rPr>
              <a:t>一次封锁法</a:t>
            </a:r>
            <a:endParaRPr lang="zh-CN" altLang="en-US" dirty="0">
              <a:solidFill>
                <a:schemeClr val="tx1"/>
              </a:solidFill>
            </a:endParaRPr>
          </a:p>
          <a:p>
            <a:pPr lvl="1" eaLnBrk="1" hangingPunct="1">
              <a:lnSpc>
                <a:spcPct val="120000"/>
              </a:lnSpc>
            </a:pPr>
            <a:r>
              <a:rPr lang="zh-CN" altLang="en-US" sz="3200" dirty="0"/>
              <a:t>每个事务事先一次获得所需数据的全部锁</a:t>
            </a:r>
            <a:endParaRPr lang="zh-CN" altLang="en-US" sz="3200" dirty="0"/>
          </a:p>
          <a:p>
            <a:pPr eaLnBrk="1" hangingPunct="1">
              <a:lnSpc>
                <a:spcPct val="120000"/>
              </a:lnSpc>
            </a:pPr>
            <a:r>
              <a:rPr lang="zh-CN" altLang="en-US" dirty="0">
                <a:solidFill>
                  <a:schemeClr val="tx1"/>
                </a:solidFill>
              </a:rPr>
              <a:t>特点</a:t>
            </a:r>
            <a:endParaRPr lang="zh-CN" altLang="en-US" dirty="0">
              <a:solidFill>
                <a:schemeClr val="tx1"/>
              </a:solidFill>
            </a:endParaRPr>
          </a:p>
          <a:p>
            <a:pPr lvl="1" eaLnBrk="1" hangingPunct="1">
              <a:lnSpc>
                <a:spcPct val="120000"/>
              </a:lnSpc>
            </a:pPr>
            <a:r>
              <a:rPr lang="zh-CN" altLang="en-US" sz="3200" dirty="0"/>
              <a:t>简单，无死锁</a:t>
            </a:r>
            <a:endParaRPr lang="zh-CN" altLang="en-US" sz="3200" dirty="0"/>
          </a:p>
          <a:p>
            <a:pPr lvl="1" eaLnBrk="1" hangingPunct="1">
              <a:lnSpc>
                <a:spcPct val="120000"/>
              </a:lnSpc>
            </a:pPr>
            <a:r>
              <a:rPr lang="zh-CN" altLang="en-US" sz="3200" dirty="0"/>
              <a:t>难以确定封锁对象</a:t>
            </a:r>
            <a:endParaRPr lang="zh-CN" altLang="en-US" sz="3200" dirty="0"/>
          </a:p>
          <a:p>
            <a:pPr lvl="1" eaLnBrk="1" hangingPunct="1">
              <a:lnSpc>
                <a:spcPct val="120000"/>
              </a:lnSpc>
            </a:pPr>
            <a:r>
              <a:rPr lang="zh-CN" altLang="en-US" sz="3200" dirty="0"/>
              <a:t>封锁范围扩大化，从而并发度低</a:t>
            </a:r>
            <a:endParaRPr lang="zh-CN" altLang="en-US" sz="3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40963"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11.4 </a:t>
            </a:r>
            <a:r>
              <a:rPr lang="zh-CN" altLang="en-US" dirty="0"/>
              <a:t>活锁和死锁</a:t>
            </a:r>
            <a:endParaRPr lang="zh-CN" altLang="en-US" dirty="0"/>
          </a:p>
        </p:txBody>
      </p:sp>
      <p:sp>
        <p:nvSpPr>
          <p:cNvPr id="40964" name="Rectangle 3"/>
          <p:cNvSpPr>
            <a:spLocks noGrp="1"/>
          </p:cNvSpPr>
          <p:nvPr>
            <p:ph idx="1"/>
          </p:nvPr>
        </p:nvSpPr>
        <p:spPr>
          <a:xfrm>
            <a:off x="304800" y="914400"/>
            <a:ext cx="8610600" cy="5410200"/>
          </a:xfrm>
          <a:ln/>
        </p:spPr>
        <p:txBody>
          <a:bodyPr vert="horz" wrap="square" lIns="91440" tIns="45720" rIns="91440" bIns="45720" anchor="t" anchorCtr="0"/>
          <a:p>
            <a:pPr eaLnBrk="1" hangingPunct="1">
              <a:lnSpc>
                <a:spcPct val="120000"/>
              </a:lnSpc>
            </a:pPr>
            <a:r>
              <a:rPr lang="zh-CN" altLang="en-US" dirty="0">
                <a:solidFill>
                  <a:schemeClr val="tx1"/>
                </a:solidFill>
              </a:rPr>
              <a:t>顺序封锁法</a:t>
            </a:r>
            <a:endParaRPr lang="zh-CN" altLang="en-US" dirty="0">
              <a:solidFill>
                <a:schemeClr val="tx1"/>
              </a:solidFill>
            </a:endParaRPr>
          </a:p>
          <a:p>
            <a:pPr lvl="1" eaLnBrk="1" hangingPunct="1">
              <a:lnSpc>
                <a:spcPct val="120000"/>
              </a:lnSpc>
            </a:pPr>
            <a:r>
              <a:rPr lang="zh-CN" altLang="en-US" sz="3200" dirty="0"/>
              <a:t>预先对数据对象规定一个封锁顺序，所有事务都按这个顺序实行封锁</a:t>
            </a:r>
            <a:endParaRPr lang="zh-CN" altLang="en-US" sz="3200" dirty="0"/>
          </a:p>
          <a:p>
            <a:pPr eaLnBrk="1" hangingPunct="1">
              <a:lnSpc>
                <a:spcPct val="120000"/>
              </a:lnSpc>
            </a:pPr>
            <a:r>
              <a:rPr lang="zh-CN" altLang="en-US" dirty="0">
                <a:solidFill>
                  <a:schemeClr val="tx1"/>
                </a:solidFill>
              </a:rPr>
              <a:t>特点</a:t>
            </a:r>
            <a:endParaRPr lang="zh-CN" altLang="en-US" dirty="0">
              <a:solidFill>
                <a:schemeClr val="tx1"/>
              </a:solidFill>
            </a:endParaRPr>
          </a:p>
          <a:p>
            <a:pPr lvl="1" eaLnBrk="1" hangingPunct="1">
              <a:lnSpc>
                <a:spcPct val="120000"/>
              </a:lnSpc>
            </a:pPr>
            <a:r>
              <a:rPr lang="zh-CN" altLang="en-US" sz="3200" dirty="0"/>
              <a:t>简单，无死锁</a:t>
            </a:r>
            <a:endParaRPr lang="zh-CN" altLang="en-US" sz="3200" dirty="0"/>
          </a:p>
          <a:p>
            <a:pPr lvl="1" eaLnBrk="1" hangingPunct="1">
              <a:lnSpc>
                <a:spcPct val="120000"/>
              </a:lnSpc>
            </a:pPr>
            <a:r>
              <a:rPr lang="zh-CN" altLang="en-US" sz="3200" dirty="0"/>
              <a:t>难以确定封锁对象</a:t>
            </a:r>
            <a:endParaRPr lang="zh-CN" altLang="en-US" sz="3200" dirty="0"/>
          </a:p>
          <a:p>
            <a:pPr lvl="1" eaLnBrk="1" hangingPunct="1">
              <a:lnSpc>
                <a:spcPct val="120000"/>
              </a:lnSpc>
            </a:pPr>
            <a:r>
              <a:rPr lang="zh-CN" altLang="en-US" sz="3200" dirty="0"/>
              <a:t>顺序也难以确定</a:t>
            </a:r>
            <a:endParaRPr lang="zh-CN" altLang="en-US" sz="3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41987"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11.4 </a:t>
            </a:r>
            <a:r>
              <a:rPr lang="zh-CN" altLang="en-US" dirty="0"/>
              <a:t>活锁和死锁</a:t>
            </a:r>
            <a:endParaRPr lang="zh-CN" altLang="en-US" dirty="0"/>
          </a:p>
        </p:txBody>
      </p:sp>
      <p:sp>
        <p:nvSpPr>
          <p:cNvPr id="41988" name="Rectangle 3"/>
          <p:cNvSpPr>
            <a:spLocks noGrp="1"/>
          </p:cNvSpPr>
          <p:nvPr>
            <p:ph idx="1"/>
          </p:nvPr>
        </p:nvSpPr>
        <p:spPr>
          <a:xfrm>
            <a:off x="304800" y="914400"/>
            <a:ext cx="8610600" cy="4267200"/>
          </a:xfrm>
          <a:ln/>
        </p:spPr>
        <p:txBody>
          <a:bodyPr vert="horz" wrap="square" lIns="91440" tIns="45720" rIns="91440" bIns="45720" anchor="t" anchorCtr="0"/>
          <a:p>
            <a:pPr eaLnBrk="1" hangingPunct="1">
              <a:lnSpc>
                <a:spcPct val="120000"/>
              </a:lnSpc>
            </a:pPr>
            <a:r>
              <a:rPr lang="zh-CN" altLang="en-US" dirty="0">
                <a:solidFill>
                  <a:schemeClr val="tx1"/>
                </a:solidFill>
              </a:rPr>
              <a:t>结论</a:t>
            </a:r>
            <a:endParaRPr lang="zh-CN" altLang="en-US" dirty="0">
              <a:solidFill>
                <a:schemeClr val="tx1"/>
              </a:solidFill>
            </a:endParaRPr>
          </a:p>
          <a:p>
            <a:pPr lvl="1" eaLnBrk="1" hangingPunct="1">
              <a:lnSpc>
                <a:spcPct val="140000"/>
              </a:lnSpc>
            </a:pPr>
            <a:r>
              <a:rPr lang="zh-CN" altLang="en-US" dirty="0"/>
              <a:t>在操作系统中广为采用的预防死锁的策略并不很适合数据库的特点</a:t>
            </a:r>
            <a:endParaRPr lang="zh-CN" altLang="en-US" dirty="0"/>
          </a:p>
          <a:p>
            <a:pPr lvl="1" eaLnBrk="1" hangingPunct="1">
              <a:lnSpc>
                <a:spcPct val="140000"/>
              </a:lnSpc>
              <a:spcBef>
                <a:spcPct val="80000"/>
              </a:spcBef>
            </a:pPr>
            <a:r>
              <a:rPr lang="en-US" altLang="zh-CN" dirty="0"/>
              <a:t>DBMS</a:t>
            </a:r>
            <a:r>
              <a:rPr lang="zh-CN" altLang="en-US" dirty="0"/>
              <a:t>在解决死锁的问题上更普遍采用的是诊断并解除死锁的方法</a:t>
            </a:r>
            <a:endParaRPr lang="zh-CN" alt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43011"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11.4 </a:t>
            </a:r>
            <a:r>
              <a:rPr lang="zh-CN" altLang="en-US" dirty="0"/>
              <a:t>活锁和死锁</a:t>
            </a:r>
            <a:endParaRPr lang="zh-CN" altLang="en-US" dirty="0"/>
          </a:p>
        </p:txBody>
      </p:sp>
      <p:sp>
        <p:nvSpPr>
          <p:cNvPr id="43012" name="Rectangle 3"/>
          <p:cNvSpPr>
            <a:spLocks noGrp="1"/>
          </p:cNvSpPr>
          <p:nvPr>
            <p:ph idx="1"/>
          </p:nvPr>
        </p:nvSpPr>
        <p:spPr>
          <a:xfrm>
            <a:off x="304800" y="914400"/>
            <a:ext cx="8610600" cy="5410200"/>
          </a:xfrm>
          <a:ln/>
        </p:spPr>
        <p:txBody>
          <a:bodyPr vert="horz" wrap="square" lIns="91440" tIns="45720" rIns="91440" bIns="45720" anchor="t" anchorCtr="0"/>
          <a:p>
            <a:pPr eaLnBrk="1" hangingPunct="1">
              <a:lnSpc>
                <a:spcPct val="110000"/>
              </a:lnSpc>
            </a:pPr>
            <a:r>
              <a:rPr lang="zh-CN" altLang="en-US" sz="3600" dirty="0">
                <a:solidFill>
                  <a:schemeClr val="tx1"/>
                </a:solidFill>
              </a:rPr>
              <a:t>死锁的诊断与解除</a:t>
            </a:r>
            <a:endParaRPr lang="zh-CN" altLang="en-US" sz="3600" dirty="0">
              <a:solidFill>
                <a:schemeClr val="tx1"/>
              </a:solidFill>
            </a:endParaRPr>
          </a:p>
          <a:p>
            <a:pPr lvl="1" eaLnBrk="1" hangingPunct="1">
              <a:lnSpc>
                <a:spcPct val="110000"/>
              </a:lnSpc>
            </a:pPr>
            <a:r>
              <a:rPr lang="zh-CN" altLang="en-US" sz="3200" dirty="0"/>
              <a:t>允许死锁发生</a:t>
            </a:r>
            <a:endParaRPr lang="zh-CN" altLang="en-US" sz="3200" dirty="0"/>
          </a:p>
          <a:p>
            <a:pPr lvl="1" eaLnBrk="1" hangingPunct="1">
              <a:lnSpc>
                <a:spcPct val="110000"/>
              </a:lnSpc>
            </a:pPr>
            <a:r>
              <a:rPr lang="zh-CN" altLang="en-US" sz="3200" dirty="0"/>
              <a:t>解除死锁</a:t>
            </a:r>
            <a:endParaRPr lang="zh-CN" altLang="en-US" sz="3200" dirty="0"/>
          </a:p>
          <a:p>
            <a:pPr lvl="2" eaLnBrk="1" hangingPunct="1">
              <a:lnSpc>
                <a:spcPct val="110000"/>
              </a:lnSpc>
            </a:pPr>
            <a:r>
              <a:rPr lang="zh-CN" altLang="en-US" sz="2800" dirty="0"/>
              <a:t>由</a:t>
            </a:r>
            <a:r>
              <a:rPr lang="en-US" altLang="zh-CN" sz="2800" dirty="0"/>
              <a:t>DBMS</a:t>
            </a:r>
            <a:r>
              <a:rPr lang="zh-CN" altLang="en-US" sz="2800" dirty="0"/>
              <a:t>的并发控制子系统定期检测系统中是否存在死锁</a:t>
            </a:r>
            <a:endParaRPr lang="zh-CN" altLang="en-US" sz="2800" dirty="0"/>
          </a:p>
          <a:p>
            <a:pPr lvl="2" eaLnBrk="1" hangingPunct="1">
              <a:lnSpc>
                <a:spcPct val="110000"/>
              </a:lnSpc>
            </a:pPr>
            <a:r>
              <a:rPr lang="zh-CN" altLang="en-US" sz="2800" dirty="0"/>
              <a:t>一旦检测到死锁，就要设法解除</a:t>
            </a:r>
            <a:endParaRPr lang="zh-CN" altLang="en-US" sz="2800" dirty="0"/>
          </a:p>
          <a:p>
            <a:pPr lvl="1" eaLnBrk="1" hangingPunct="1">
              <a:lnSpc>
                <a:spcPct val="110000"/>
              </a:lnSpc>
            </a:pPr>
            <a:r>
              <a:rPr lang="zh-CN" altLang="en-US" sz="3200" dirty="0"/>
              <a:t>两种方法</a:t>
            </a:r>
            <a:endParaRPr lang="zh-CN" altLang="en-US" sz="3200" dirty="0"/>
          </a:p>
          <a:p>
            <a:pPr lvl="2" eaLnBrk="1" hangingPunct="1">
              <a:lnSpc>
                <a:spcPct val="110000"/>
              </a:lnSpc>
            </a:pPr>
            <a:r>
              <a:rPr lang="zh-CN" altLang="en-US" sz="2800" dirty="0"/>
              <a:t>超时法</a:t>
            </a:r>
            <a:endParaRPr lang="zh-CN" altLang="en-US" sz="2800" dirty="0"/>
          </a:p>
          <a:p>
            <a:pPr lvl="2" eaLnBrk="1" hangingPunct="1">
              <a:lnSpc>
                <a:spcPct val="110000"/>
              </a:lnSpc>
            </a:pPr>
            <a:r>
              <a:rPr lang="zh-CN" altLang="en-US" sz="2800" dirty="0"/>
              <a:t>等待图法</a:t>
            </a:r>
            <a:endParaRPr lang="zh-CN" altLang="en-US" sz="2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44035"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11.4 </a:t>
            </a:r>
            <a:r>
              <a:rPr lang="zh-CN" altLang="en-US" dirty="0"/>
              <a:t>活锁和死锁</a:t>
            </a:r>
            <a:endParaRPr lang="zh-CN" altLang="en-US" dirty="0"/>
          </a:p>
        </p:txBody>
      </p:sp>
      <p:sp>
        <p:nvSpPr>
          <p:cNvPr id="44036" name="Rectangle 3"/>
          <p:cNvSpPr>
            <a:spLocks noGrp="1"/>
          </p:cNvSpPr>
          <p:nvPr>
            <p:ph idx="1"/>
          </p:nvPr>
        </p:nvSpPr>
        <p:spPr>
          <a:xfrm>
            <a:off x="304800" y="914400"/>
            <a:ext cx="8610600" cy="5410200"/>
          </a:xfrm>
          <a:ln/>
        </p:spPr>
        <p:txBody>
          <a:bodyPr vert="horz" wrap="square" lIns="91440" tIns="45720" rIns="91440" bIns="45720" anchor="t" anchorCtr="0"/>
          <a:p>
            <a:pPr eaLnBrk="1" hangingPunct="1">
              <a:lnSpc>
                <a:spcPct val="110000"/>
              </a:lnSpc>
            </a:pPr>
            <a:r>
              <a:rPr lang="zh-CN" altLang="en-US" sz="3600" dirty="0">
                <a:solidFill>
                  <a:schemeClr val="tx1"/>
                </a:solidFill>
              </a:rPr>
              <a:t>超时法</a:t>
            </a:r>
            <a:endParaRPr lang="zh-CN" altLang="en-US" sz="3600" dirty="0">
              <a:solidFill>
                <a:schemeClr val="tx1"/>
              </a:solidFill>
            </a:endParaRPr>
          </a:p>
          <a:p>
            <a:pPr lvl="1" eaLnBrk="1" hangingPunct="1"/>
            <a:r>
              <a:rPr lang="zh-CN" altLang="en-US" sz="3200" dirty="0"/>
              <a:t>如果一个事务的等待时间超过了规定的时限，就认为发生了死锁</a:t>
            </a:r>
            <a:endParaRPr lang="zh-CN" altLang="en-US" sz="3200" dirty="0"/>
          </a:p>
          <a:p>
            <a:pPr lvl="1" eaLnBrk="1" hangingPunct="1"/>
            <a:r>
              <a:rPr lang="zh-CN" altLang="en-US" sz="3200" dirty="0"/>
              <a:t>优点：实现简单</a:t>
            </a:r>
            <a:endParaRPr lang="zh-CN" altLang="en-US" sz="3200" dirty="0"/>
          </a:p>
          <a:p>
            <a:pPr lvl="1" eaLnBrk="1" hangingPunct="1"/>
            <a:r>
              <a:rPr lang="zh-CN" altLang="en-US" sz="3200" dirty="0"/>
              <a:t>缺点</a:t>
            </a:r>
            <a:endParaRPr lang="zh-CN" altLang="en-US" sz="3200" dirty="0"/>
          </a:p>
          <a:p>
            <a:pPr lvl="2" eaLnBrk="1" hangingPunct="1"/>
            <a:r>
              <a:rPr lang="zh-CN" altLang="en-US" sz="3200" dirty="0"/>
              <a:t>有可能误判死锁</a:t>
            </a:r>
            <a:endParaRPr lang="zh-CN" altLang="en-US" sz="3200" dirty="0"/>
          </a:p>
          <a:p>
            <a:pPr lvl="2" eaLnBrk="1" hangingPunct="1"/>
            <a:r>
              <a:rPr lang="zh-CN" altLang="en-US" sz="3200" dirty="0"/>
              <a:t>时限标准难以把握。时限若设置得太长，死锁发生后不能及时发现；太短则易误判</a:t>
            </a:r>
            <a:endParaRPr lang="zh-CN" altLang="en-US" sz="3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45059"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11.4 </a:t>
            </a:r>
            <a:r>
              <a:rPr lang="zh-CN" altLang="en-US" dirty="0"/>
              <a:t>活锁和死锁</a:t>
            </a:r>
            <a:endParaRPr lang="zh-CN" altLang="en-US" dirty="0"/>
          </a:p>
        </p:txBody>
      </p:sp>
      <p:sp>
        <p:nvSpPr>
          <p:cNvPr id="45060" name="Rectangle 3"/>
          <p:cNvSpPr>
            <a:spLocks noGrp="1"/>
          </p:cNvSpPr>
          <p:nvPr>
            <p:ph idx="1"/>
          </p:nvPr>
        </p:nvSpPr>
        <p:spPr>
          <a:xfrm>
            <a:off x="304800" y="914400"/>
            <a:ext cx="8610600" cy="5715000"/>
          </a:xfrm>
          <a:ln/>
        </p:spPr>
        <p:txBody>
          <a:bodyPr vert="horz" wrap="square" lIns="91440" tIns="45720" rIns="91440" bIns="45720" anchor="t" anchorCtr="0"/>
          <a:p>
            <a:pPr eaLnBrk="1" hangingPunct="1">
              <a:lnSpc>
                <a:spcPct val="110000"/>
              </a:lnSpc>
            </a:pPr>
            <a:r>
              <a:rPr lang="zh-CN" altLang="en-US" sz="3600" dirty="0">
                <a:solidFill>
                  <a:schemeClr val="tx1"/>
                </a:solidFill>
              </a:rPr>
              <a:t>等待图法</a:t>
            </a:r>
            <a:endParaRPr lang="zh-CN" altLang="en-US" sz="3600" dirty="0">
              <a:solidFill>
                <a:schemeClr val="tx1"/>
              </a:solidFill>
            </a:endParaRPr>
          </a:p>
          <a:p>
            <a:pPr lvl="1" eaLnBrk="1" hangingPunct="1">
              <a:lnSpc>
                <a:spcPct val="110000"/>
              </a:lnSpc>
            </a:pPr>
            <a:r>
              <a:rPr lang="zh-CN" altLang="en-US" dirty="0"/>
              <a:t>用事务等待图动态反映所有事务的等待情况</a:t>
            </a:r>
            <a:endParaRPr lang="zh-CN" altLang="en-US" sz="2400" dirty="0"/>
          </a:p>
          <a:p>
            <a:pPr lvl="2" eaLnBrk="1" hangingPunct="1">
              <a:lnSpc>
                <a:spcPct val="110000"/>
              </a:lnSpc>
            </a:pPr>
            <a:r>
              <a:rPr lang="zh-CN" altLang="en-US" dirty="0"/>
              <a:t>事务等待图是一个有向图</a:t>
            </a:r>
            <a:r>
              <a:rPr lang="en-US" altLang="zh-CN" i="1" dirty="0"/>
              <a:t>G</a:t>
            </a:r>
            <a:r>
              <a:rPr lang="en-US" altLang="zh-CN" dirty="0"/>
              <a:t>=(</a:t>
            </a:r>
            <a:r>
              <a:rPr lang="en-US" altLang="zh-CN" i="1" dirty="0"/>
              <a:t>T</a:t>
            </a:r>
            <a:r>
              <a:rPr lang="zh-CN" altLang="en-US" dirty="0"/>
              <a:t>，</a:t>
            </a:r>
            <a:r>
              <a:rPr lang="en-US" altLang="zh-CN" i="1" dirty="0"/>
              <a:t>U</a:t>
            </a:r>
            <a:r>
              <a:rPr lang="en-US" altLang="zh-CN" dirty="0"/>
              <a:t>)</a:t>
            </a:r>
            <a:endParaRPr lang="en-US" altLang="zh-CN" dirty="0"/>
          </a:p>
          <a:p>
            <a:pPr lvl="2" eaLnBrk="1" hangingPunct="1">
              <a:lnSpc>
                <a:spcPct val="110000"/>
              </a:lnSpc>
            </a:pPr>
            <a:r>
              <a:rPr lang="en-US" altLang="zh-CN" i="1" dirty="0"/>
              <a:t>T</a:t>
            </a:r>
            <a:r>
              <a:rPr lang="zh-CN" altLang="en-US" dirty="0"/>
              <a:t>为结点的集合，每个结点表示正运行的事务</a:t>
            </a:r>
            <a:endParaRPr lang="zh-CN" altLang="en-US" dirty="0"/>
          </a:p>
          <a:p>
            <a:pPr lvl="2" eaLnBrk="1" hangingPunct="1">
              <a:lnSpc>
                <a:spcPct val="110000"/>
              </a:lnSpc>
            </a:pPr>
            <a:r>
              <a:rPr lang="en-US" altLang="zh-CN" i="1" dirty="0"/>
              <a:t>U</a:t>
            </a:r>
            <a:r>
              <a:rPr lang="zh-CN" altLang="en-US" dirty="0"/>
              <a:t>为边的集合，每条边表示事务等待的情况</a:t>
            </a:r>
            <a:endParaRPr lang="zh-CN" altLang="en-US" dirty="0"/>
          </a:p>
          <a:p>
            <a:pPr lvl="2" eaLnBrk="1" hangingPunct="1">
              <a:lnSpc>
                <a:spcPct val="110000"/>
              </a:lnSpc>
            </a:pPr>
            <a:r>
              <a:rPr lang="zh-CN" altLang="en-US" dirty="0"/>
              <a:t>若</a:t>
            </a:r>
            <a:r>
              <a:rPr lang="en-US" altLang="zh-CN" dirty="0"/>
              <a:t>T</a:t>
            </a:r>
            <a:r>
              <a:rPr lang="en-US" altLang="zh-CN" baseline="-25000" dirty="0"/>
              <a:t>1</a:t>
            </a:r>
            <a:r>
              <a:rPr lang="zh-CN" altLang="en-US" dirty="0"/>
              <a:t>等待</a:t>
            </a:r>
            <a:r>
              <a:rPr lang="en-US" altLang="zh-CN" dirty="0"/>
              <a:t>T</a:t>
            </a:r>
            <a:r>
              <a:rPr lang="en-US" altLang="zh-CN" baseline="-25000" dirty="0"/>
              <a:t>2</a:t>
            </a:r>
            <a:r>
              <a:rPr lang="zh-CN" altLang="en-US" dirty="0"/>
              <a:t>，则</a:t>
            </a:r>
            <a:r>
              <a:rPr lang="en-US" altLang="zh-CN" dirty="0"/>
              <a:t>T</a:t>
            </a:r>
            <a:r>
              <a:rPr lang="en-US" altLang="zh-CN" baseline="-25000" dirty="0"/>
              <a:t>1</a:t>
            </a:r>
            <a:r>
              <a:rPr lang="zh-CN" altLang="en-US" dirty="0"/>
              <a:t>，</a:t>
            </a:r>
            <a:r>
              <a:rPr lang="en-US" altLang="zh-CN" dirty="0"/>
              <a:t>T</a:t>
            </a:r>
            <a:r>
              <a:rPr lang="en-US" altLang="zh-CN" baseline="-25000" dirty="0"/>
              <a:t>2</a:t>
            </a:r>
            <a:r>
              <a:rPr lang="zh-CN" altLang="en-US" dirty="0"/>
              <a:t>之间划一条有向边，从</a:t>
            </a:r>
            <a:r>
              <a:rPr lang="en-US" altLang="zh-CN" dirty="0"/>
              <a:t>T</a:t>
            </a:r>
            <a:r>
              <a:rPr lang="en-US" altLang="zh-CN" baseline="-25000" dirty="0"/>
              <a:t>1</a:t>
            </a:r>
            <a:r>
              <a:rPr lang="zh-CN" altLang="en-US" dirty="0"/>
              <a:t>指向</a:t>
            </a:r>
            <a:r>
              <a:rPr lang="en-US" altLang="zh-CN" dirty="0"/>
              <a:t>T</a:t>
            </a:r>
            <a:r>
              <a:rPr lang="en-US" altLang="zh-CN" baseline="-25000" dirty="0"/>
              <a:t>2</a:t>
            </a:r>
            <a:endParaRPr lang="en-US" altLang="zh-CN" baseline="-25000" dirty="0"/>
          </a:p>
          <a:p>
            <a:pPr lvl="1" eaLnBrk="1" hangingPunct="1">
              <a:lnSpc>
                <a:spcPct val="110000"/>
              </a:lnSpc>
            </a:pPr>
            <a:r>
              <a:rPr lang="zh-CN" altLang="en-US" dirty="0"/>
              <a:t>并发控制子系统周期性地（比如每隔</a:t>
            </a:r>
            <a:r>
              <a:rPr lang="en-US" altLang="zh-CN" dirty="0"/>
              <a:t>1 min</a:t>
            </a:r>
            <a:r>
              <a:rPr lang="zh-CN" altLang="en-US" dirty="0"/>
              <a:t>）检测事务等待图，如果发现图中存在回路，则表示系统中出现了死锁。</a:t>
            </a:r>
            <a:endParaRPr lang="zh-CN" alt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46083"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11.4 </a:t>
            </a:r>
            <a:r>
              <a:rPr lang="zh-CN" altLang="en-US" dirty="0"/>
              <a:t>活锁和死锁</a:t>
            </a:r>
            <a:endParaRPr lang="zh-CN" altLang="en-US" dirty="0"/>
          </a:p>
        </p:txBody>
      </p:sp>
      <p:sp>
        <p:nvSpPr>
          <p:cNvPr id="46084" name="Rectangle 3"/>
          <p:cNvSpPr>
            <a:spLocks noGrp="1"/>
          </p:cNvSpPr>
          <p:nvPr>
            <p:ph idx="1"/>
          </p:nvPr>
        </p:nvSpPr>
        <p:spPr>
          <a:xfrm>
            <a:off x="304800" y="914400"/>
            <a:ext cx="8610600" cy="5715000"/>
          </a:xfrm>
          <a:ln/>
        </p:spPr>
        <p:txBody>
          <a:bodyPr vert="horz" wrap="square" lIns="91440" tIns="45720" rIns="91440" bIns="45720" anchor="t" anchorCtr="0"/>
          <a:p>
            <a:pPr eaLnBrk="1" hangingPunct="1"/>
            <a:r>
              <a:rPr lang="zh-CN" altLang="en-US" sz="3600" dirty="0">
                <a:solidFill>
                  <a:schemeClr val="tx1"/>
                </a:solidFill>
              </a:rPr>
              <a:t>解除死锁</a:t>
            </a:r>
            <a:endParaRPr lang="zh-CN" altLang="en-US" sz="3600" dirty="0">
              <a:solidFill>
                <a:schemeClr val="tx1"/>
              </a:solidFill>
            </a:endParaRPr>
          </a:p>
          <a:p>
            <a:pPr lvl="1" eaLnBrk="1" hangingPunct="1">
              <a:lnSpc>
                <a:spcPct val="140000"/>
              </a:lnSpc>
            </a:pPr>
            <a:r>
              <a:rPr lang="zh-CN" altLang="en-US" sz="3200" dirty="0"/>
              <a:t>选择一个处理死锁代价最小的事务，将其撤消，释放此事务持有的所有的锁，使其它事务能继续运行下去。</a:t>
            </a:r>
            <a:endParaRPr lang="zh-CN" altLang="en-US" sz="3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47107" name="Rectangle 2"/>
          <p:cNvSpPr/>
          <p:nvPr/>
        </p:nvSpPr>
        <p:spPr>
          <a:xfrm>
            <a:off x="558800" y="3467100"/>
            <a:ext cx="7912100" cy="609600"/>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algn="ctr" eaLnBrk="1" hangingPunct="1">
              <a:spcBef>
                <a:spcPct val="0"/>
              </a:spcBef>
              <a:buClrTx/>
              <a:buFontTx/>
              <a:buNone/>
            </a:pPr>
            <a:endParaRPr lang="en-US" altLang="zh-CN" sz="1400" dirty="0">
              <a:solidFill>
                <a:schemeClr val="tx1"/>
              </a:solidFill>
            </a:endParaRPr>
          </a:p>
        </p:txBody>
      </p:sp>
      <p:sp>
        <p:nvSpPr>
          <p:cNvPr id="47108" name="Rectangle 3"/>
          <p:cNvSpPr>
            <a:spLocks noGrp="1"/>
          </p:cNvSpPr>
          <p:nvPr>
            <p:ph idx="1"/>
          </p:nvPr>
        </p:nvSpPr>
        <p:spPr>
          <a:xfrm>
            <a:off x="762000" y="1143000"/>
            <a:ext cx="7696200" cy="5257800"/>
          </a:xfrm>
          <a:ln/>
        </p:spPr>
        <p:txBody>
          <a:bodyPr vert="horz" wrap="square" lIns="91440" tIns="45720" rIns="91440" bIns="45720" anchor="t" anchorCtr="0"/>
          <a:p>
            <a:pPr algn="just" eaLnBrk="1" hangingPunct="1">
              <a:buNone/>
            </a:pPr>
            <a:r>
              <a:rPr lang="en-US" altLang="zh-CN" dirty="0">
                <a:solidFill>
                  <a:schemeClr val="tx1"/>
                </a:solidFill>
              </a:rPr>
              <a:t>11.1  </a:t>
            </a:r>
            <a:r>
              <a:rPr lang="zh-CN" altLang="en-US" dirty="0">
                <a:solidFill>
                  <a:schemeClr val="tx1"/>
                </a:solidFill>
              </a:rPr>
              <a:t>并发控制概述</a:t>
            </a:r>
            <a:endParaRPr lang="zh-CN" altLang="en-US" dirty="0">
              <a:solidFill>
                <a:schemeClr val="tx1"/>
              </a:solidFill>
            </a:endParaRPr>
          </a:p>
          <a:p>
            <a:pPr algn="just" eaLnBrk="1" hangingPunct="1">
              <a:buNone/>
            </a:pPr>
            <a:r>
              <a:rPr lang="en-US" altLang="zh-CN" dirty="0">
                <a:solidFill>
                  <a:schemeClr val="tx1"/>
                </a:solidFill>
              </a:rPr>
              <a:t>11.2  </a:t>
            </a:r>
            <a:r>
              <a:rPr lang="zh-CN" altLang="en-US" dirty="0">
                <a:solidFill>
                  <a:schemeClr val="tx1"/>
                </a:solidFill>
              </a:rPr>
              <a:t>封锁</a:t>
            </a:r>
            <a:endParaRPr lang="zh-CN" altLang="en-US" dirty="0">
              <a:solidFill>
                <a:schemeClr val="tx1"/>
              </a:solidFill>
            </a:endParaRPr>
          </a:p>
          <a:p>
            <a:pPr algn="just" eaLnBrk="1" hangingPunct="1">
              <a:buNone/>
            </a:pPr>
            <a:r>
              <a:rPr lang="en-US" altLang="zh-CN" dirty="0">
                <a:solidFill>
                  <a:schemeClr val="tx1"/>
                </a:solidFill>
              </a:rPr>
              <a:t>11.3  </a:t>
            </a:r>
            <a:r>
              <a:rPr lang="zh-CN" altLang="en-US" dirty="0">
                <a:solidFill>
                  <a:schemeClr val="tx1"/>
                </a:solidFill>
              </a:rPr>
              <a:t>封锁协议</a:t>
            </a:r>
            <a:endParaRPr lang="zh-CN" altLang="en-US" dirty="0">
              <a:solidFill>
                <a:schemeClr val="tx1"/>
              </a:solidFill>
            </a:endParaRPr>
          </a:p>
          <a:p>
            <a:pPr algn="just" eaLnBrk="1" hangingPunct="1">
              <a:buNone/>
            </a:pPr>
            <a:r>
              <a:rPr lang="en-US" altLang="zh-CN" dirty="0">
                <a:solidFill>
                  <a:schemeClr val="tx1"/>
                </a:solidFill>
              </a:rPr>
              <a:t>11.4  </a:t>
            </a:r>
            <a:r>
              <a:rPr lang="zh-CN" altLang="en-US" dirty="0">
                <a:solidFill>
                  <a:schemeClr val="tx1"/>
                </a:solidFill>
              </a:rPr>
              <a:t>活锁和死锁</a:t>
            </a:r>
            <a:endParaRPr lang="zh-CN" altLang="en-US" dirty="0">
              <a:solidFill>
                <a:schemeClr val="tx1"/>
              </a:solidFill>
            </a:endParaRPr>
          </a:p>
          <a:p>
            <a:pPr algn="just" eaLnBrk="1" hangingPunct="1">
              <a:buNone/>
            </a:pPr>
            <a:r>
              <a:rPr lang="en-US" altLang="zh-CN" dirty="0">
                <a:solidFill>
                  <a:schemeClr val="bg1"/>
                </a:solidFill>
              </a:rPr>
              <a:t>11.5  </a:t>
            </a:r>
            <a:r>
              <a:rPr lang="zh-CN" altLang="en-US" dirty="0">
                <a:solidFill>
                  <a:schemeClr val="bg1"/>
                </a:solidFill>
              </a:rPr>
              <a:t>并发调度的可串行性</a:t>
            </a:r>
            <a:endParaRPr lang="zh-CN" altLang="en-US" dirty="0">
              <a:solidFill>
                <a:schemeClr val="bg1"/>
              </a:solidFill>
            </a:endParaRPr>
          </a:p>
          <a:p>
            <a:pPr algn="just" eaLnBrk="1" hangingPunct="1">
              <a:buNone/>
            </a:pPr>
            <a:r>
              <a:rPr lang="en-US" altLang="zh-CN" dirty="0">
                <a:solidFill>
                  <a:schemeClr val="tx1"/>
                </a:solidFill>
              </a:rPr>
              <a:t>11.6  </a:t>
            </a:r>
            <a:r>
              <a:rPr lang="zh-CN" altLang="en-US" dirty="0">
                <a:solidFill>
                  <a:schemeClr val="tx1"/>
                </a:solidFill>
              </a:rPr>
              <a:t>两段锁协议</a:t>
            </a:r>
            <a:endParaRPr lang="zh-CN" altLang="en-US" dirty="0">
              <a:solidFill>
                <a:schemeClr val="tx1"/>
              </a:solidFill>
            </a:endParaRPr>
          </a:p>
          <a:p>
            <a:pPr algn="just" eaLnBrk="1" hangingPunct="1">
              <a:buNone/>
            </a:pPr>
            <a:r>
              <a:rPr lang="en-US" altLang="zh-CN" dirty="0">
                <a:solidFill>
                  <a:schemeClr val="tx1"/>
                </a:solidFill>
              </a:rPr>
              <a:t>11.7  </a:t>
            </a:r>
            <a:r>
              <a:rPr lang="zh-CN" altLang="en-US" dirty="0">
                <a:solidFill>
                  <a:schemeClr val="tx1"/>
                </a:solidFill>
              </a:rPr>
              <a:t>封锁的粒度</a:t>
            </a:r>
            <a:endParaRPr lang="zh-CN" altLang="en-US" dirty="0">
              <a:solidFill>
                <a:schemeClr val="tx1"/>
              </a:solidFill>
            </a:endParaRPr>
          </a:p>
          <a:p>
            <a:pPr algn="just" eaLnBrk="1" hangingPunct="1">
              <a:buNone/>
            </a:pPr>
            <a:r>
              <a:rPr lang="en-US" altLang="zh-CN" dirty="0">
                <a:solidFill>
                  <a:schemeClr val="tx1"/>
                </a:solidFill>
              </a:rPr>
              <a:t>11.8  SQL Server</a:t>
            </a:r>
            <a:r>
              <a:rPr lang="zh-CN" altLang="en-US" dirty="0">
                <a:solidFill>
                  <a:schemeClr val="tx1"/>
                </a:solidFill>
              </a:rPr>
              <a:t>的并发控制</a:t>
            </a:r>
            <a:endParaRPr lang="zh-CN" altLang="en-US" dirty="0">
              <a:solidFill>
                <a:schemeClr val="tx1"/>
              </a:solidFill>
            </a:endParaRPr>
          </a:p>
          <a:p>
            <a:pPr algn="just" eaLnBrk="1" hangingPunct="1">
              <a:buNone/>
            </a:pPr>
            <a:r>
              <a:rPr lang="en-US" altLang="zh-CN" dirty="0">
                <a:solidFill>
                  <a:schemeClr val="tx1"/>
                </a:solidFill>
              </a:rPr>
              <a:t>11.9  </a:t>
            </a:r>
            <a:r>
              <a:rPr lang="zh-CN" altLang="en-US" dirty="0">
                <a:solidFill>
                  <a:schemeClr val="tx1"/>
                </a:solidFill>
              </a:rPr>
              <a:t>小结</a:t>
            </a:r>
            <a:endParaRPr lang="zh-CN" altLang="en-US" dirty="0">
              <a:solidFill>
                <a:schemeClr val="tx1"/>
              </a:solidFill>
            </a:endParaRPr>
          </a:p>
        </p:txBody>
      </p:sp>
      <p:sp>
        <p:nvSpPr>
          <p:cNvPr id="47109" name="Rectangle 4"/>
          <p:cNvSpPr>
            <a:spLocks noGrp="1"/>
          </p:cNvSpPr>
          <p:nvPr>
            <p:ph type="title"/>
          </p:nvPr>
        </p:nvSpPr>
        <p:spPr>
          <a:xfrm>
            <a:off x="685800" y="152400"/>
            <a:ext cx="7772400" cy="828675"/>
          </a:xfrm>
          <a:ln/>
        </p:spPr>
        <p:txBody>
          <a:bodyPr vert="horz" wrap="square" lIns="91440" tIns="45720" rIns="91440" bIns="45720" anchor="ctr" anchorCtr="0"/>
          <a:p>
            <a:pPr eaLnBrk="1" hangingPunct="1"/>
            <a:r>
              <a:rPr lang="zh-CN" altLang="en-US" dirty="0"/>
              <a:t>第</a:t>
            </a:r>
            <a:r>
              <a:rPr lang="en-US" altLang="zh-CN" dirty="0"/>
              <a:t>11</a:t>
            </a:r>
            <a:r>
              <a:rPr lang="zh-CN" altLang="en-US" dirty="0"/>
              <a:t>章 并发控制</a:t>
            </a:r>
            <a:endParaRPr lang="zh-CN" alt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48131" name="Rectangle 1026"/>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11.5 </a:t>
            </a:r>
            <a:r>
              <a:rPr lang="zh-CN" altLang="en-US" dirty="0"/>
              <a:t>并发调度的可串行性</a:t>
            </a:r>
            <a:endParaRPr lang="zh-CN" altLang="en-US" dirty="0"/>
          </a:p>
        </p:txBody>
      </p:sp>
      <p:sp>
        <p:nvSpPr>
          <p:cNvPr id="48132" name="Rectangle 1027"/>
          <p:cNvSpPr>
            <a:spLocks noGrp="1"/>
          </p:cNvSpPr>
          <p:nvPr>
            <p:ph idx="1"/>
          </p:nvPr>
        </p:nvSpPr>
        <p:spPr>
          <a:xfrm>
            <a:off x="304800" y="1066800"/>
            <a:ext cx="8610600" cy="4724400"/>
          </a:xfrm>
          <a:ln/>
        </p:spPr>
        <p:txBody>
          <a:bodyPr vert="horz" wrap="square" lIns="91440" tIns="45720" rIns="91440" bIns="45720" anchor="t" anchorCtr="0"/>
          <a:p>
            <a:pPr eaLnBrk="1" hangingPunct="1">
              <a:lnSpc>
                <a:spcPct val="110000"/>
              </a:lnSpc>
            </a:pPr>
            <a:r>
              <a:rPr lang="en-US" altLang="zh-CN" dirty="0">
                <a:solidFill>
                  <a:schemeClr val="tx1"/>
                </a:solidFill>
              </a:rPr>
              <a:t>DBMS</a:t>
            </a:r>
            <a:r>
              <a:rPr lang="zh-CN" altLang="en-US" dirty="0">
                <a:solidFill>
                  <a:schemeClr val="tx1"/>
                </a:solidFill>
              </a:rPr>
              <a:t>对并发事务不同的调度可能会产生不同的结果</a:t>
            </a:r>
            <a:endParaRPr lang="zh-CN" altLang="en-US" dirty="0">
              <a:solidFill>
                <a:schemeClr val="tx1"/>
              </a:solidFill>
            </a:endParaRPr>
          </a:p>
          <a:p>
            <a:pPr eaLnBrk="1" hangingPunct="1">
              <a:lnSpc>
                <a:spcPct val="110000"/>
              </a:lnSpc>
            </a:pPr>
            <a:r>
              <a:rPr lang="zh-CN" altLang="en-US" dirty="0">
                <a:solidFill>
                  <a:schemeClr val="tx1"/>
                </a:solidFill>
              </a:rPr>
              <a:t>什么样的调度是正确的？</a:t>
            </a:r>
            <a:endParaRPr lang="zh-CN" altLang="en-US" dirty="0">
              <a:solidFill>
                <a:schemeClr val="tx1"/>
              </a:solidFill>
            </a:endParaRPr>
          </a:p>
          <a:p>
            <a:pPr eaLnBrk="1" hangingPunct="1">
              <a:lnSpc>
                <a:spcPct val="110000"/>
              </a:lnSpc>
            </a:pPr>
            <a:r>
              <a:rPr lang="zh-CN" altLang="en-US" dirty="0">
                <a:solidFill>
                  <a:schemeClr val="tx1"/>
                </a:solidFill>
              </a:rPr>
              <a:t>多个事务的</a:t>
            </a:r>
            <a:r>
              <a:rPr lang="zh-CN" altLang="en-US" dirty="0">
                <a:solidFill>
                  <a:srgbClr val="FF0000"/>
                </a:solidFill>
              </a:rPr>
              <a:t>并发</a:t>
            </a:r>
            <a:r>
              <a:rPr lang="zh-CN" altLang="en-US" dirty="0">
                <a:solidFill>
                  <a:schemeClr val="tx1"/>
                </a:solidFill>
              </a:rPr>
              <a:t>执行是正确的，当且仅当其结果与按</a:t>
            </a:r>
            <a:r>
              <a:rPr lang="zh-CN" altLang="en-US" dirty="0">
                <a:solidFill>
                  <a:srgbClr val="FF0000"/>
                </a:solidFill>
              </a:rPr>
              <a:t>某一次序串行</a:t>
            </a:r>
            <a:r>
              <a:rPr lang="zh-CN" altLang="en-US" dirty="0">
                <a:solidFill>
                  <a:schemeClr val="tx1"/>
                </a:solidFill>
              </a:rPr>
              <a:t>地执行它们时的结果相同。这种并行调度策略称为</a:t>
            </a:r>
            <a:r>
              <a:rPr lang="zh-CN" altLang="en-US" dirty="0">
                <a:solidFill>
                  <a:srgbClr val="FF0000"/>
                </a:solidFill>
              </a:rPr>
              <a:t>可串行化</a:t>
            </a:r>
            <a:r>
              <a:rPr lang="en-US" altLang="zh-CN" dirty="0">
                <a:solidFill>
                  <a:schemeClr val="tx1"/>
                </a:solidFill>
              </a:rPr>
              <a:t>(Serializable</a:t>
            </a:r>
            <a:r>
              <a:rPr lang="zh-CN" altLang="en-US" dirty="0">
                <a:solidFill>
                  <a:schemeClr val="tx1"/>
                </a:solidFill>
              </a:rPr>
              <a:t>）的调度。</a:t>
            </a:r>
            <a:endParaRPr lang="zh-CN" altLang="en-US" sz="3600" dirty="0">
              <a:solidFill>
                <a:schemeClr val="tx1"/>
              </a:solidFill>
            </a:endParaRPr>
          </a:p>
          <a:p>
            <a:pPr eaLnBrk="1" hangingPunct="1">
              <a:lnSpc>
                <a:spcPct val="110000"/>
              </a:lnSpc>
            </a:pPr>
            <a:endParaRPr lang="zh-CN" altLang="en-US" sz="3600" dirty="0">
              <a:solidFill>
                <a:schemeClr val="tx1"/>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49155"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11.5 </a:t>
            </a:r>
            <a:r>
              <a:rPr lang="zh-CN" altLang="en-US" dirty="0"/>
              <a:t>并发调度的可串行性</a:t>
            </a:r>
            <a:endParaRPr lang="zh-CN" altLang="en-US" dirty="0"/>
          </a:p>
        </p:txBody>
      </p:sp>
      <p:sp>
        <p:nvSpPr>
          <p:cNvPr id="49156" name="Rectangle 3"/>
          <p:cNvSpPr>
            <a:spLocks noGrp="1"/>
          </p:cNvSpPr>
          <p:nvPr>
            <p:ph idx="1"/>
          </p:nvPr>
        </p:nvSpPr>
        <p:spPr>
          <a:xfrm>
            <a:off x="304800" y="762000"/>
            <a:ext cx="8610600" cy="5867400"/>
          </a:xfrm>
          <a:ln/>
        </p:spPr>
        <p:txBody>
          <a:bodyPr vert="horz" wrap="square" lIns="91440" tIns="45720" rIns="91440" bIns="45720" anchor="t" anchorCtr="0"/>
          <a:p>
            <a:pPr eaLnBrk="1" hangingPunct="1">
              <a:lnSpc>
                <a:spcPct val="110000"/>
              </a:lnSpc>
            </a:pPr>
            <a:r>
              <a:rPr lang="zh-CN" altLang="en-US" dirty="0">
                <a:solidFill>
                  <a:srgbClr val="FF0000"/>
                </a:solidFill>
              </a:rPr>
              <a:t>可串行化是并行事务正确性的唯一准则</a:t>
            </a:r>
            <a:endParaRPr lang="zh-CN" altLang="en-US" dirty="0">
              <a:solidFill>
                <a:srgbClr val="FF0000"/>
              </a:solidFill>
            </a:endParaRPr>
          </a:p>
          <a:p>
            <a:pPr lvl="1" eaLnBrk="1" hangingPunct="1">
              <a:lnSpc>
                <a:spcPct val="110000"/>
              </a:lnSpc>
              <a:buNone/>
            </a:pPr>
            <a:r>
              <a:rPr lang="zh-CN" altLang="en-US" dirty="0"/>
              <a:t>例：现在有两个事务，分别包含下列操作：</a:t>
            </a:r>
            <a:endParaRPr lang="zh-CN" altLang="en-US" dirty="0"/>
          </a:p>
          <a:p>
            <a:pPr lvl="1" eaLnBrk="1" hangingPunct="1">
              <a:lnSpc>
                <a:spcPct val="110000"/>
              </a:lnSpc>
              <a:buNone/>
            </a:pPr>
            <a:r>
              <a:rPr lang="zh-CN" altLang="en-US" dirty="0"/>
              <a:t>        　 事务</a:t>
            </a:r>
            <a:r>
              <a:rPr lang="en-US" altLang="zh-CN" dirty="0"/>
              <a:t>1</a:t>
            </a:r>
            <a:r>
              <a:rPr lang="zh-CN" altLang="en-US" dirty="0"/>
              <a:t>：读</a:t>
            </a:r>
            <a:r>
              <a:rPr lang="en-US" altLang="zh-CN" dirty="0"/>
              <a:t>B</a:t>
            </a:r>
            <a:r>
              <a:rPr lang="zh-CN" altLang="en-US" dirty="0"/>
              <a:t>；</a:t>
            </a:r>
            <a:r>
              <a:rPr lang="en-US" altLang="zh-CN" dirty="0"/>
              <a:t>A=B+1</a:t>
            </a:r>
            <a:r>
              <a:rPr lang="zh-CN" altLang="en-US" dirty="0"/>
              <a:t>；写回</a:t>
            </a:r>
            <a:r>
              <a:rPr lang="en-US" altLang="zh-CN" dirty="0"/>
              <a:t>A</a:t>
            </a:r>
            <a:r>
              <a:rPr lang="zh-CN" altLang="en-US" dirty="0"/>
              <a:t>；</a:t>
            </a:r>
            <a:endParaRPr lang="zh-CN" altLang="en-US" dirty="0"/>
          </a:p>
          <a:p>
            <a:pPr lvl="1" eaLnBrk="1" hangingPunct="1">
              <a:lnSpc>
                <a:spcPct val="110000"/>
              </a:lnSpc>
              <a:buNone/>
            </a:pPr>
            <a:r>
              <a:rPr lang="zh-CN" altLang="en-US" dirty="0"/>
              <a:t>             事务</a:t>
            </a:r>
            <a:r>
              <a:rPr lang="en-US" altLang="zh-CN" dirty="0"/>
              <a:t>2</a:t>
            </a:r>
            <a:r>
              <a:rPr lang="zh-CN" altLang="en-US" dirty="0"/>
              <a:t>：读</a:t>
            </a:r>
            <a:r>
              <a:rPr lang="en-US" altLang="zh-CN" dirty="0"/>
              <a:t>A</a:t>
            </a:r>
            <a:r>
              <a:rPr lang="zh-CN" altLang="en-US" dirty="0"/>
              <a:t>；</a:t>
            </a:r>
            <a:r>
              <a:rPr lang="en-US" altLang="zh-CN" dirty="0"/>
              <a:t>B=A+1</a:t>
            </a:r>
            <a:r>
              <a:rPr lang="zh-CN" altLang="en-US" dirty="0"/>
              <a:t>；写回</a:t>
            </a:r>
            <a:r>
              <a:rPr lang="en-US" altLang="zh-CN" dirty="0"/>
              <a:t>B</a:t>
            </a:r>
            <a:r>
              <a:rPr lang="zh-CN" altLang="en-US" dirty="0"/>
              <a:t>；</a:t>
            </a:r>
            <a:endParaRPr lang="zh-CN" altLang="en-US" dirty="0"/>
          </a:p>
          <a:p>
            <a:pPr lvl="1" eaLnBrk="1" hangingPunct="1">
              <a:lnSpc>
                <a:spcPct val="110000"/>
              </a:lnSpc>
              <a:buNone/>
            </a:pPr>
            <a:r>
              <a:rPr lang="zh-CN" altLang="en-US" dirty="0"/>
              <a:t>        假设</a:t>
            </a:r>
            <a:r>
              <a:rPr lang="en-US" altLang="zh-CN" dirty="0"/>
              <a:t>A</a:t>
            </a:r>
            <a:r>
              <a:rPr lang="zh-CN" altLang="en-US" dirty="0"/>
              <a:t>的初值为</a:t>
            </a:r>
            <a:r>
              <a:rPr lang="en-US" altLang="zh-CN" dirty="0"/>
              <a:t>2</a:t>
            </a:r>
            <a:r>
              <a:rPr lang="zh-CN" altLang="en-US" dirty="0"/>
              <a:t>，</a:t>
            </a:r>
            <a:r>
              <a:rPr lang="en-US" altLang="zh-CN" dirty="0"/>
              <a:t>B</a:t>
            </a:r>
            <a:r>
              <a:rPr lang="zh-CN" altLang="en-US" dirty="0"/>
              <a:t>的初值为</a:t>
            </a:r>
            <a:r>
              <a:rPr lang="en-US" altLang="zh-CN" dirty="0"/>
              <a:t>2</a:t>
            </a:r>
            <a:r>
              <a:rPr lang="zh-CN" altLang="en-US" dirty="0"/>
              <a:t>。</a:t>
            </a:r>
            <a:endParaRPr lang="zh-CN" altLang="en-US" dirty="0"/>
          </a:p>
          <a:p>
            <a:pPr lvl="1" eaLnBrk="1" hangingPunct="1">
              <a:lnSpc>
                <a:spcPct val="110000"/>
              </a:lnSpc>
            </a:pPr>
            <a:r>
              <a:rPr lang="zh-CN" altLang="en-US" dirty="0"/>
              <a:t>串行执行</a:t>
            </a:r>
            <a:endParaRPr lang="zh-CN" altLang="en-US" dirty="0"/>
          </a:p>
          <a:p>
            <a:pPr lvl="2" eaLnBrk="1" hangingPunct="1">
              <a:lnSpc>
                <a:spcPct val="110000"/>
              </a:lnSpc>
            </a:pPr>
            <a:r>
              <a:rPr lang="zh-CN" altLang="en-US" dirty="0"/>
              <a:t>先事务</a:t>
            </a:r>
            <a:r>
              <a:rPr lang="en-US" altLang="zh-CN" dirty="0"/>
              <a:t>1</a:t>
            </a:r>
            <a:r>
              <a:rPr lang="zh-CN" altLang="en-US" dirty="0"/>
              <a:t>，再事务</a:t>
            </a:r>
            <a:r>
              <a:rPr lang="en-US" altLang="zh-CN" dirty="0"/>
              <a:t>2</a:t>
            </a:r>
            <a:endParaRPr lang="en-US" altLang="zh-CN" dirty="0"/>
          </a:p>
          <a:p>
            <a:pPr lvl="2" eaLnBrk="1" hangingPunct="1">
              <a:lnSpc>
                <a:spcPct val="110000"/>
              </a:lnSpc>
            </a:pPr>
            <a:r>
              <a:rPr lang="zh-CN" altLang="en-US" dirty="0"/>
              <a:t>先事务</a:t>
            </a:r>
            <a:r>
              <a:rPr lang="en-US" altLang="zh-CN" dirty="0"/>
              <a:t>2</a:t>
            </a:r>
            <a:r>
              <a:rPr lang="zh-CN" altLang="en-US" dirty="0"/>
              <a:t>，再事务</a:t>
            </a:r>
            <a:r>
              <a:rPr lang="en-US" altLang="zh-CN" dirty="0"/>
              <a:t>1</a:t>
            </a:r>
            <a:endParaRPr lang="en-US" altLang="zh-CN" dirty="0"/>
          </a:p>
          <a:p>
            <a:pPr lvl="1" eaLnBrk="1" hangingPunct="1">
              <a:lnSpc>
                <a:spcPct val="110000"/>
              </a:lnSpc>
            </a:pPr>
            <a:r>
              <a:rPr lang="zh-CN" altLang="en-US" dirty="0"/>
              <a:t>交错执行</a:t>
            </a:r>
            <a:endParaRPr lang="zh-CN" altLang="en-US" dirty="0"/>
          </a:p>
          <a:p>
            <a:pPr lvl="2" eaLnBrk="1" hangingPunct="1">
              <a:lnSpc>
                <a:spcPct val="110000"/>
              </a:lnSpc>
            </a:pPr>
            <a:r>
              <a:rPr lang="zh-CN" altLang="en-US" dirty="0"/>
              <a:t>不可串行化的调度</a:t>
            </a:r>
            <a:endParaRPr lang="zh-CN" altLang="en-US" dirty="0"/>
          </a:p>
          <a:p>
            <a:pPr lvl="2" eaLnBrk="1" hangingPunct="1">
              <a:lnSpc>
                <a:spcPct val="110000"/>
              </a:lnSpc>
            </a:pPr>
            <a:r>
              <a:rPr lang="zh-CN" altLang="en-US" dirty="0"/>
              <a:t>可串行化的调度</a:t>
            </a:r>
            <a:endParaRPr lang="zh-CN" alt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50179"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11.5 </a:t>
            </a:r>
            <a:r>
              <a:rPr lang="zh-CN" altLang="en-US" dirty="0"/>
              <a:t>并发调度的可串行性</a:t>
            </a:r>
            <a:endParaRPr lang="zh-CN" altLang="en-US" dirty="0"/>
          </a:p>
        </p:txBody>
      </p:sp>
      <p:sp>
        <p:nvSpPr>
          <p:cNvPr id="50180" name="Rectangle 3"/>
          <p:cNvSpPr>
            <a:spLocks noGrp="1"/>
          </p:cNvSpPr>
          <p:nvPr>
            <p:ph idx="1"/>
          </p:nvPr>
        </p:nvSpPr>
        <p:spPr>
          <a:xfrm>
            <a:off x="304800" y="762000"/>
            <a:ext cx="8610600" cy="609600"/>
          </a:xfrm>
          <a:ln/>
        </p:spPr>
        <p:txBody>
          <a:bodyPr vert="horz" wrap="square" lIns="91440" tIns="45720" rIns="91440" bIns="45720" anchor="t" anchorCtr="0"/>
          <a:p>
            <a:pPr eaLnBrk="1" hangingPunct="1">
              <a:lnSpc>
                <a:spcPct val="110000"/>
              </a:lnSpc>
            </a:pPr>
            <a:r>
              <a:rPr lang="zh-CN" altLang="en-US" sz="2800" dirty="0">
                <a:solidFill>
                  <a:schemeClr val="tx1"/>
                </a:solidFill>
              </a:rPr>
              <a:t>先事务</a:t>
            </a:r>
            <a:r>
              <a:rPr lang="en-US" altLang="zh-CN" sz="2800" dirty="0">
                <a:solidFill>
                  <a:schemeClr val="tx1"/>
                </a:solidFill>
              </a:rPr>
              <a:t>1</a:t>
            </a:r>
            <a:r>
              <a:rPr lang="zh-CN" altLang="en-US" sz="2800" dirty="0">
                <a:solidFill>
                  <a:schemeClr val="tx1"/>
                </a:solidFill>
              </a:rPr>
              <a:t>，再事务</a:t>
            </a:r>
            <a:r>
              <a:rPr lang="en-US" altLang="zh-CN" sz="2800" dirty="0">
                <a:solidFill>
                  <a:schemeClr val="tx1"/>
                </a:solidFill>
              </a:rPr>
              <a:t>2</a:t>
            </a:r>
            <a:endParaRPr lang="en-US" altLang="zh-CN" sz="2800" dirty="0">
              <a:solidFill>
                <a:schemeClr val="tx1"/>
              </a:solidFill>
            </a:endParaRPr>
          </a:p>
        </p:txBody>
      </p:sp>
      <p:graphicFrame>
        <p:nvGraphicFramePr>
          <p:cNvPr id="346140" name="Group 28"/>
          <p:cNvGraphicFramePr>
            <a:graphicFrameLocks noGrp="1"/>
          </p:cNvGraphicFramePr>
          <p:nvPr/>
        </p:nvGraphicFramePr>
        <p:xfrm>
          <a:off x="1066800" y="1371600"/>
          <a:ext cx="6096000" cy="5029200"/>
        </p:xfrm>
        <a:graphic>
          <a:graphicData uri="http://schemas.openxmlformats.org/drawingml/2006/table">
            <a:tbl>
              <a:tblPr/>
              <a:tblGrid>
                <a:gridCol w="3048000"/>
                <a:gridCol w="3048000"/>
              </a:tblGrid>
              <a:tr h="484188">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8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rPr>
                        <a:t>T1</a:t>
                      </a:r>
                      <a:endParaRPr kumimoji="1" lang="en-US" altLang="zh-CN" sz="28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endParaRPr>
                    </a:p>
                  </a:txBody>
                  <a:tcP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8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rPr>
                        <a:t>T2</a:t>
                      </a:r>
                      <a:endParaRPr kumimoji="1" lang="en-US" altLang="zh-CN" sz="28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84188">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Slock B</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Y=B=2</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Unlock B</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Xlock A</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A=Y+1</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rPr>
                        <a:t>写回</a:t>
                      </a:r>
                      <a:r>
                        <a:rPr kumimoji="1" lang="en-US" altLang="zh-CN" sz="2000" b="1" i="0" u="none" strike="noStrike" cap="none" normalizeH="0" baseline="0" smtClean="0">
                          <a:ln>
                            <a:noFill/>
                          </a:ln>
                          <a:solidFill>
                            <a:srgbClr val="FF0000"/>
                          </a:solidFill>
                          <a:effectLst/>
                          <a:latin typeface="Times New Roman" panose="02020603050405020304" pitchFamily="18" charset="0"/>
                          <a:ea typeface="黑体" panose="02010609060101010101" pitchFamily="49" charset="-122"/>
                        </a:rPr>
                        <a:t>A</a:t>
                      </a:r>
                      <a:r>
                        <a:rPr kumimoji="1" lang="en-US" altLang="zh-CN" sz="2000" b="1"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rPr>
                        <a:t>(=</a:t>
                      </a:r>
                      <a:r>
                        <a:rPr kumimoji="1" lang="en-US" altLang="zh-CN" sz="2000" b="1" i="0" u="none" strike="noStrike" cap="none" normalizeH="0" baseline="0" smtClean="0">
                          <a:ln>
                            <a:noFill/>
                          </a:ln>
                          <a:solidFill>
                            <a:srgbClr val="FF0000"/>
                          </a:solidFill>
                          <a:effectLst/>
                          <a:latin typeface="Times New Roman" panose="02020603050405020304" pitchFamily="18" charset="0"/>
                          <a:ea typeface="黑体" panose="02010609060101010101" pitchFamily="49" charset="-122"/>
                        </a:rPr>
                        <a:t>3</a:t>
                      </a:r>
                      <a:r>
                        <a:rPr kumimoji="1" lang="en-US" altLang="zh-CN" sz="2000" b="1"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rPr>
                        <a:t>)</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Unlock A</a:t>
                      </a:r>
                      <a:endParaRPr kumimoji="1" lang="en-US" altLang="zh-CN"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211388">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Slock A</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X=A=3</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Unlock A</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Xlock B</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B=X+1</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rPr>
                        <a:t>写回</a:t>
                      </a:r>
                      <a:r>
                        <a:rPr kumimoji="1" lang="en-US" altLang="zh-CN" sz="2000" b="1" i="0" u="none" strike="noStrike" cap="none" normalizeH="0" baseline="0" smtClean="0">
                          <a:ln>
                            <a:noFill/>
                          </a:ln>
                          <a:solidFill>
                            <a:srgbClr val="FF0000"/>
                          </a:solidFill>
                          <a:effectLst/>
                          <a:latin typeface="Times New Roman" panose="02020603050405020304" pitchFamily="18" charset="0"/>
                          <a:ea typeface="黑体" panose="02010609060101010101" pitchFamily="49" charset="-122"/>
                        </a:rPr>
                        <a:t>B</a:t>
                      </a:r>
                      <a:r>
                        <a:rPr kumimoji="1" lang="en-US" altLang="zh-CN" sz="2000" b="1"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rPr>
                        <a:t>(=</a:t>
                      </a:r>
                      <a:r>
                        <a:rPr kumimoji="1" lang="en-US" altLang="zh-CN" sz="2000" b="1" i="0" u="none" strike="noStrike" cap="none" normalizeH="0" baseline="0" smtClean="0">
                          <a:ln>
                            <a:noFill/>
                          </a:ln>
                          <a:solidFill>
                            <a:srgbClr val="FF0000"/>
                          </a:solidFill>
                          <a:effectLst/>
                          <a:latin typeface="Times New Roman" panose="02020603050405020304" pitchFamily="18" charset="0"/>
                          <a:ea typeface="黑体" panose="02010609060101010101" pitchFamily="49" charset="-122"/>
                        </a:rPr>
                        <a:t>4</a:t>
                      </a:r>
                      <a:r>
                        <a:rPr kumimoji="1" lang="en-US" altLang="zh-CN" sz="2000" b="1"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rPr>
                        <a:t>)</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Unlock B</a:t>
                      </a:r>
                      <a:r>
                        <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a:t>
                      </a:r>
                      <a:endPar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51203"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11.5 </a:t>
            </a:r>
            <a:r>
              <a:rPr lang="zh-CN" altLang="en-US" dirty="0"/>
              <a:t>并发调度的可串行性</a:t>
            </a:r>
            <a:endParaRPr lang="zh-CN" altLang="en-US" dirty="0"/>
          </a:p>
        </p:txBody>
      </p:sp>
      <p:sp>
        <p:nvSpPr>
          <p:cNvPr id="51204" name="Rectangle 3"/>
          <p:cNvSpPr>
            <a:spLocks noGrp="1"/>
          </p:cNvSpPr>
          <p:nvPr>
            <p:ph idx="1"/>
          </p:nvPr>
        </p:nvSpPr>
        <p:spPr>
          <a:xfrm>
            <a:off x="304800" y="762000"/>
            <a:ext cx="8610600" cy="609600"/>
          </a:xfrm>
          <a:ln/>
        </p:spPr>
        <p:txBody>
          <a:bodyPr vert="horz" wrap="square" lIns="91440" tIns="45720" rIns="91440" bIns="45720" anchor="t" anchorCtr="0"/>
          <a:p>
            <a:pPr eaLnBrk="1" hangingPunct="1">
              <a:lnSpc>
                <a:spcPct val="110000"/>
              </a:lnSpc>
            </a:pPr>
            <a:r>
              <a:rPr lang="zh-CN" altLang="en-US" sz="2800" dirty="0">
                <a:solidFill>
                  <a:schemeClr val="tx1"/>
                </a:solidFill>
              </a:rPr>
              <a:t>先事务</a:t>
            </a:r>
            <a:r>
              <a:rPr lang="en-US" altLang="zh-CN" sz="2800" dirty="0">
                <a:solidFill>
                  <a:schemeClr val="tx1"/>
                </a:solidFill>
              </a:rPr>
              <a:t>2</a:t>
            </a:r>
            <a:r>
              <a:rPr lang="zh-CN" altLang="en-US" sz="2800" dirty="0">
                <a:solidFill>
                  <a:schemeClr val="tx1"/>
                </a:solidFill>
              </a:rPr>
              <a:t>，再事务</a:t>
            </a:r>
            <a:r>
              <a:rPr lang="en-US" altLang="zh-CN" sz="2800" dirty="0">
                <a:solidFill>
                  <a:schemeClr val="tx1"/>
                </a:solidFill>
              </a:rPr>
              <a:t>1</a:t>
            </a:r>
            <a:endParaRPr lang="en-US" altLang="zh-CN" sz="2800" dirty="0">
              <a:solidFill>
                <a:schemeClr val="tx1"/>
              </a:solidFill>
            </a:endParaRPr>
          </a:p>
        </p:txBody>
      </p:sp>
      <p:graphicFrame>
        <p:nvGraphicFramePr>
          <p:cNvPr id="347157" name="Group 21"/>
          <p:cNvGraphicFramePr>
            <a:graphicFrameLocks noGrp="1"/>
          </p:cNvGraphicFramePr>
          <p:nvPr/>
        </p:nvGraphicFramePr>
        <p:xfrm>
          <a:off x="1066800" y="1371600"/>
          <a:ext cx="6096000" cy="4968875"/>
        </p:xfrm>
        <a:graphic>
          <a:graphicData uri="http://schemas.openxmlformats.org/drawingml/2006/table">
            <a:tbl>
              <a:tblPr/>
              <a:tblGrid>
                <a:gridCol w="3048000"/>
                <a:gridCol w="3048000"/>
              </a:tblGrid>
              <a:tr h="518226">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8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rPr>
                        <a:t>T1</a:t>
                      </a:r>
                      <a:endParaRPr kumimoji="1" lang="en-US" altLang="zh-CN" sz="28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endParaRPr>
                    </a:p>
                  </a:txBody>
                  <a:tcPr marT="45726" marB="45726"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8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rPr>
                        <a:t>T2</a:t>
                      </a:r>
                      <a:endParaRPr kumimoji="1" lang="en-US" altLang="zh-CN" sz="28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endParaRPr>
                    </a:p>
                  </a:txBody>
                  <a:tcPr marT="45726" marB="45726"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225324">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pPr>
                      <a:endParaRPr kumimoji="1" lang="en-US" altLang="en-US"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6" marB="45726"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SlockA </a:t>
                      </a:r>
                      <a:endPar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X=A=2</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Unlock A</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Xlock B</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B=X+1</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rPr>
                        <a:t>写回</a:t>
                      </a:r>
                      <a:r>
                        <a:rPr kumimoji="1" lang="en-US" altLang="zh-CN" sz="2000" b="1" i="0" u="none" strike="noStrike" cap="none" normalizeH="0" baseline="0" smtClean="0">
                          <a:ln>
                            <a:noFill/>
                          </a:ln>
                          <a:solidFill>
                            <a:srgbClr val="FF0000"/>
                          </a:solidFill>
                          <a:effectLst/>
                          <a:latin typeface="Times New Roman" panose="02020603050405020304" pitchFamily="18" charset="0"/>
                          <a:ea typeface="黑体" panose="02010609060101010101" pitchFamily="49" charset="-122"/>
                        </a:rPr>
                        <a:t>B</a:t>
                      </a:r>
                      <a:r>
                        <a:rPr kumimoji="1" lang="en-US" altLang="zh-CN" sz="2000" b="1"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rPr>
                        <a:t>(=</a:t>
                      </a:r>
                      <a:r>
                        <a:rPr kumimoji="1" lang="en-US" altLang="zh-CN" sz="2000" b="1" i="0" u="none" strike="noStrike" cap="none" normalizeH="0" baseline="0" smtClean="0">
                          <a:ln>
                            <a:noFill/>
                          </a:ln>
                          <a:solidFill>
                            <a:srgbClr val="FF0000"/>
                          </a:solidFill>
                          <a:effectLst/>
                          <a:latin typeface="Times New Roman" panose="02020603050405020304" pitchFamily="18" charset="0"/>
                          <a:ea typeface="黑体" panose="02010609060101010101" pitchFamily="49" charset="-122"/>
                        </a:rPr>
                        <a:t>3</a:t>
                      </a:r>
                      <a:r>
                        <a:rPr kumimoji="1" lang="en-US" altLang="zh-CN" sz="2000" b="1"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rPr>
                        <a:t>)</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Unlock B</a:t>
                      </a:r>
                      <a:endParaRPr kumimoji="1" lang="en-US" altLang="zh-CN"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6" marB="45726"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225324">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Slock B</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Y=B=3</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Unlock B</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Xlock A</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A=Y+1</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rPr>
                        <a:t>写回</a:t>
                      </a:r>
                      <a:r>
                        <a:rPr kumimoji="1" lang="en-US" altLang="zh-CN" sz="2000" b="1" i="0" u="none" strike="noStrike" cap="none" normalizeH="0" baseline="0" smtClean="0">
                          <a:ln>
                            <a:noFill/>
                          </a:ln>
                          <a:solidFill>
                            <a:srgbClr val="FF0000"/>
                          </a:solidFill>
                          <a:effectLst/>
                          <a:latin typeface="Times New Roman" panose="02020603050405020304" pitchFamily="18" charset="0"/>
                          <a:ea typeface="黑体" panose="02010609060101010101" pitchFamily="49" charset="-122"/>
                        </a:rPr>
                        <a:t>A</a:t>
                      </a:r>
                      <a:r>
                        <a:rPr kumimoji="1" lang="en-US" altLang="zh-CN" sz="2000" b="1"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rPr>
                        <a:t>(=</a:t>
                      </a:r>
                      <a:r>
                        <a:rPr kumimoji="1" lang="en-US" altLang="zh-CN" sz="2000" b="1" i="0" u="none" strike="noStrike" cap="none" normalizeH="0" baseline="0" smtClean="0">
                          <a:ln>
                            <a:noFill/>
                          </a:ln>
                          <a:solidFill>
                            <a:srgbClr val="FF0000"/>
                          </a:solidFill>
                          <a:effectLst/>
                          <a:latin typeface="Times New Roman" panose="02020603050405020304" pitchFamily="18" charset="0"/>
                          <a:ea typeface="黑体" panose="02010609060101010101" pitchFamily="49" charset="-122"/>
                        </a:rPr>
                        <a:t>4</a:t>
                      </a:r>
                      <a:r>
                        <a:rPr kumimoji="1" lang="en-US" altLang="zh-CN" sz="2000" b="1"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rPr>
                        <a:t>)</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Unlock A</a:t>
                      </a:r>
                      <a:endPar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6" marB="45726"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pPr>
                      <a:endParaRPr kumimoji="1" lang="en-US"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6" marB="45726"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52227"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11.5 </a:t>
            </a:r>
            <a:r>
              <a:rPr lang="zh-CN" altLang="en-US" dirty="0"/>
              <a:t>并发调度的可串行性</a:t>
            </a:r>
            <a:endParaRPr lang="zh-CN" altLang="en-US" dirty="0"/>
          </a:p>
        </p:txBody>
      </p:sp>
      <p:sp>
        <p:nvSpPr>
          <p:cNvPr id="52228" name="Rectangle 3"/>
          <p:cNvSpPr>
            <a:spLocks noGrp="1"/>
          </p:cNvSpPr>
          <p:nvPr>
            <p:ph idx="1"/>
          </p:nvPr>
        </p:nvSpPr>
        <p:spPr>
          <a:xfrm>
            <a:off x="304800" y="762000"/>
            <a:ext cx="8610600" cy="609600"/>
          </a:xfrm>
          <a:ln/>
        </p:spPr>
        <p:txBody>
          <a:bodyPr vert="horz" wrap="square" lIns="91440" tIns="45720" rIns="91440" bIns="45720" anchor="t" anchorCtr="0"/>
          <a:p>
            <a:pPr eaLnBrk="1" hangingPunct="1">
              <a:lnSpc>
                <a:spcPct val="110000"/>
              </a:lnSpc>
            </a:pPr>
            <a:r>
              <a:rPr lang="zh-CN" altLang="en-US" sz="2800" dirty="0">
                <a:solidFill>
                  <a:schemeClr val="tx1"/>
                </a:solidFill>
              </a:rPr>
              <a:t>不可串行化的调度：跟任何一种串行执行的结果都不相同</a:t>
            </a:r>
            <a:endParaRPr lang="zh-CN" altLang="en-US" sz="2800" dirty="0">
              <a:solidFill>
                <a:schemeClr val="tx1"/>
              </a:solidFill>
            </a:endParaRPr>
          </a:p>
        </p:txBody>
      </p:sp>
      <p:graphicFrame>
        <p:nvGraphicFramePr>
          <p:cNvPr id="348181" name="Group 21"/>
          <p:cNvGraphicFramePr>
            <a:graphicFrameLocks noGrp="1"/>
          </p:cNvGraphicFramePr>
          <p:nvPr/>
        </p:nvGraphicFramePr>
        <p:xfrm>
          <a:off x="2209800" y="1524000"/>
          <a:ext cx="6096000" cy="5013325"/>
        </p:xfrm>
        <a:graphic>
          <a:graphicData uri="http://schemas.openxmlformats.org/drawingml/2006/table">
            <a:tbl>
              <a:tblPr/>
              <a:tblGrid>
                <a:gridCol w="3048000"/>
                <a:gridCol w="3048000"/>
              </a:tblGrid>
              <a:tr h="533136">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8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rPr>
                        <a:t>T1</a:t>
                      </a:r>
                      <a:endParaRPr kumimoji="1" lang="en-US" altLang="zh-CN" sz="28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endParaRPr>
                    </a:p>
                  </a:txBody>
                  <a:tcPr marT="45698" marB="45698"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8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rPr>
                        <a:t>T2</a:t>
                      </a:r>
                      <a:endParaRPr kumimoji="1" lang="en-US" altLang="zh-CN" sz="28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endParaRPr>
                    </a:p>
                  </a:txBody>
                  <a:tcPr marT="45698" marB="45698"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80189">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Slock B</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Y=B=2</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Unlock B</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Xlock A</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A=Y+1</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rPr>
                        <a:t>写回</a:t>
                      </a:r>
                      <a:r>
                        <a:rPr kumimoji="1" lang="en-US" altLang="zh-CN" sz="2000" b="1" i="0" u="none" strike="noStrike" cap="none" normalizeH="0" baseline="0" smtClean="0">
                          <a:ln>
                            <a:noFill/>
                          </a:ln>
                          <a:solidFill>
                            <a:srgbClr val="FF0000"/>
                          </a:solidFill>
                          <a:effectLst/>
                          <a:latin typeface="Times New Roman" panose="02020603050405020304" pitchFamily="18" charset="0"/>
                          <a:ea typeface="黑体" panose="02010609060101010101" pitchFamily="49" charset="-122"/>
                        </a:rPr>
                        <a:t>A</a:t>
                      </a:r>
                      <a:r>
                        <a:rPr kumimoji="1" lang="en-US" altLang="zh-CN" sz="2000" b="1"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rPr>
                        <a:t>(=</a:t>
                      </a:r>
                      <a:r>
                        <a:rPr kumimoji="1" lang="en-US" altLang="zh-CN" sz="2000" b="1" i="0" u="none" strike="noStrike" cap="none" normalizeH="0" baseline="0" smtClean="0">
                          <a:ln>
                            <a:noFill/>
                          </a:ln>
                          <a:solidFill>
                            <a:srgbClr val="FF0000"/>
                          </a:solidFill>
                          <a:effectLst/>
                          <a:latin typeface="Times New Roman" panose="02020603050405020304" pitchFamily="18" charset="0"/>
                          <a:ea typeface="黑体" panose="02010609060101010101" pitchFamily="49" charset="-122"/>
                        </a:rPr>
                        <a:t>3</a:t>
                      </a:r>
                      <a:r>
                        <a:rPr kumimoji="1" lang="en-US" altLang="zh-CN" sz="2000" b="1"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rPr>
                        <a:t>)</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Unlock A</a:t>
                      </a:r>
                      <a:endPar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endParaRPr kumimoji="1" lang="en-US" altLang="zh-CN"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698" marB="45698"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pPr>
                      <a:endPar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endPar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Slock A</a:t>
                      </a:r>
                      <a:endPar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X=A=2</a:t>
                      </a:r>
                      <a:endPar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a:t>
                      </a:r>
                      <a:endPar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Unlock A</a:t>
                      </a:r>
                      <a:endPar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a:t>
                      </a:r>
                      <a:endPar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a:t>
                      </a:r>
                      <a:endPar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a:t>
                      </a:r>
                      <a:endPar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Xlock B</a:t>
                      </a:r>
                      <a:endPar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B=X+1</a:t>
                      </a:r>
                      <a:endPar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rPr>
                        <a:t>写回</a:t>
                      </a:r>
                      <a:r>
                        <a:rPr kumimoji="1" lang="en-US" altLang="zh-CN" sz="2000" b="1" i="0" u="none" strike="noStrike" cap="none" normalizeH="0" baseline="0" smtClean="0">
                          <a:ln>
                            <a:noFill/>
                          </a:ln>
                          <a:solidFill>
                            <a:srgbClr val="FF0000"/>
                          </a:solidFill>
                          <a:effectLst/>
                          <a:latin typeface="Times New Roman" panose="02020603050405020304" pitchFamily="18" charset="0"/>
                          <a:ea typeface="黑体" panose="02010609060101010101" pitchFamily="49" charset="-122"/>
                        </a:rPr>
                        <a:t>B</a:t>
                      </a:r>
                      <a:r>
                        <a:rPr kumimoji="1" lang="en-US" altLang="zh-CN" sz="2000" b="1"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rPr>
                        <a:t>(=</a:t>
                      </a:r>
                      <a:r>
                        <a:rPr kumimoji="1" lang="en-US" altLang="zh-CN" sz="2000" b="1" i="0" u="none" strike="noStrike" cap="none" normalizeH="0" baseline="0" smtClean="0">
                          <a:ln>
                            <a:noFill/>
                          </a:ln>
                          <a:solidFill>
                            <a:srgbClr val="FF0000"/>
                          </a:solidFill>
                          <a:effectLst/>
                          <a:latin typeface="Times New Roman" panose="02020603050405020304" pitchFamily="18" charset="0"/>
                          <a:ea typeface="黑体" panose="02010609060101010101" pitchFamily="49" charset="-122"/>
                        </a:rPr>
                        <a:t>3</a:t>
                      </a:r>
                      <a:r>
                        <a:rPr kumimoji="1" lang="en-US" altLang="zh-CN" sz="2000" b="1"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rPr>
                        <a:t>)</a:t>
                      </a:r>
                      <a:endPar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a:t>
                      </a:r>
                      <a:endPar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Unlock B </a:t>
                      </a:r>
                      <a:endPar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698" marB="45698"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53251"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11.5 </a:t>
            </a:r>
            <a:r>
              <a:rPr lang="zh-CN" altLang="en-US" dirty="0"/>
              <a:t>并发调度的可串行性</a:t>
            </a:r>
            <a:endParaRPr lang="zh-CN" altLang="en-US" dirty="0"/>
          </a:p>
        </p:txBody>
      </p:sp>
      <p:sp>
        <p:nvSpPr>
          <p:cNvPr id="53252" name="Rectangle 3"/>
          <p:cNvSpPr>
            <a:spLocks noGrp="1"/>
          </p:cNvSpPr>
          <p:nvPr>
            <p:ph idx="1"/>
          </p:nvPr>
        </p:nvSpPr>
        <p:spPr>
          <a:xfrm>
            <a:off x="304800" y="762000"/>
            <a:ext cx="8610600" cy="609600"/>
          </a:xfrm>
          <a:ln/>
        </p:spPr>
        <p:txBody>
          <a:bodyPr vert="horz" wrap="square" lIns="91440" tIns="45720" rIns="91440" bIns="45720" anchor="t" anchorCtr="0"/>
          <a:p>
            <a:pPr eaLnBrk="1" hangingPunct="1">
              <a:lnSpc>
                <a:spcPct val="110000"/>
              </a:lnSpc>
            </a:pPr>
            <a:r>
              <a:rPr lang="zh-CN" altLang="en-US" sz="2800" dirty="0">
                <a:solidFill>
                  <a:schemeClr val="tx1"/>
                </a:solidFill>
              </a:rPr>
              <a:t>可串行化的调度：与某一串行执行的结果相同</a:t>
            </a:r>
            <a:endParaRPr lang="zh-CN" altLang="en-US" sz="2800" dirty="0">
              <a:solidFill>
                <a:schemeClr val="tx1"/>
              </a:solidFill>
            </a:endParaRPr>
          </a:p>
        </p:txBody>
      </p:sp>
      <p:graphicFrame>
        <p:nvGraphicFramePr>
          <p:cNvPr id="349199" name="Group 15"/>
          <p:cNvGraphicFramePr>
            <a:graphicFrameLocks noGrp="1"/>
          </p:cNvGraphicFramePr>
          <p:nvPr/>
        </p:nvGraphicFramePr>
        <p:xfrm>
          <a:off x="2209800" y="1524000"/>
          <a:ext cx="6096000" cy="4876800"/>
        </p:xfrm>
        <a:graphic>
          <a:graphicData uri="http://schemas.openxmlformats.org/drawingml/2006/table">
            <a:tbl>
              <a:tblPr/>
              <a:tblGrid>
                <a:gridCol w="3048000"/>
                <a:gridCol w="3048000"/>
              </a:tblGrid>
              <a:tr h="484188">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8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rPr>
                        <a:t>T1</a:t>
                      </a:r>
                      <a:endParaRPr kumimoji="1" lang="en-US" altLang="zh-CN" sz="28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endParaRPr>
                    </a:p>
                  </a:txBody>
                  <a:tcP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8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rPr>
                        <a:t>T2</a:t>
                      </a:r>
                      <a:endParaRPr kumimoji="1" lang="en-US" altLang="zh-CN" sz="28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84188">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Slock B</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Y=B=2</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Unlock B</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Xlock A</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A=Y+1</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rPr>
                        <a:t>写回</a:t>
                      </a:r>
                      <a:r>
                        <a:rPr kumimoji="1" lang="en-US" altLang="zh-CN" sz="2000" b="1" i="0" u="none" strike="noStrike" cap="none" normalizeH="0" baseline="0" smtClean="0">
                          <a:ln>
                            <a:noFill/>
                          </a:ln>
                          <a:solidFill>
                            <a:srgbClr val="FF0000"/>
                          </a:solidFill>
                          <a:effectLst/>
                          <a:latin typeface="Times New Roman" panose="02020603050405020304" pitchFamily="18" charset="0"/>
                          <a:ea typeface="黑体" panose="02010609060101010101" pitchFamily="49" charset="-122"/>
                        </a:rPr>
                        <a:t>A</a:t>
                      </a:r>
                      <a:r>
                        <a:rPr kumimoji="1" lang="en-US" altLang="zh-CN" sz="2000" b="1"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rPr>
                        <a:t>(=</a:t>
                      </a:r>
                      <a:r>
                        <a:rPr kumimoji="1" lang="en-US" altLang="zh-CN" sz="2000" b="1" i="0" u="none" strike="noStrike" cap="none" normalizeH="0" baseline="0" smtClean="0">
                          <a:ln>
                            <a:noFill/>
                          </a:ln>
                          <a:solidFill>
                            <a:srgbClr val="FF0000"/>
                          </a:solidFill>
                          <a:effectLst/>
                          <a:latin typeface="Times New Roman" panose="02020603050405020304" pitchFamily="18" charset="0"/>
                          <a:ea typeface="黑体" panose="02010609060101010101" pitchFamily="49" charset="-122"/>
                        </a:rPr>
                        <a:t>3</a:t>
                      </a:r>
                      <a:r>
                        <a:rPr kumimoji="1" lang="en-US" altLang="zh-CN" sz="2000" b="1"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rPr>
                        <a:t>)</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Unlock A</a:t>
                      </a:r>
                      <a:endPar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a:t>
                      </a:r>
                      <a:endPar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a:t>
                      </a:r>
                      <a:endPar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a:t>
                      </a:r>
                      <a:endPar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a:t>
                      </a:r>
                      <a:endPar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Slock A</a:t>
                      </a:r>
                      <a:endPar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a:t>
                      </a:r>
                      <a:r>
                        <a:rPr kumimoji="1"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等待</a:t>
                      </a:r>
                      <a:endParaRPr kumimoji="1"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等待</a:t>
                      </a:r>
                      <a:endParaRPr kumimoji="1"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等待</a:t>
                      </a:r>
                      <a:endParaRPr kumimoji="1"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X=A=3</a:t>
                      </a:r>
                      <a:endPar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Unlock A</a:t>
                      </a:r>
                      <a:endPar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Xlock B</a:t>
                      </a:r>
                      <a:endPar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B=X+1</a:t>
                      </a:r>
                      <a:endPar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rPr>
                        <a:t>写回</a:t>
                      </a:r>
                      <a:r>
                        <a:rPr kumimoji="1" lang="en-US" altLang="zh-CN" sz="2000" b="1" i="0" u="none" strike="noStrike" cap="none" normalizeH="0" baseline="0" smtClean="0">
                          <a:ln>
                            <a:noFill/>
                          </a:ln>
                          <a:solidFill>
                            <a:srgbClr val="FF0000"/>
                          </a:solidFill>
                          <a:effectLst/>
                          <a:latin typeface="Times New Roman" panose="02020603050405020304" pitchFamily="18" charset="0"/>
                          <a:ea typeface="黑体" panose="02010609060101010101" pitchFamily="49" charset="-122"/>
                        </a:rPr>
                        <a:t>B</a:t>
                      </a:r>
                      <a:r>
                        <a:rPr kumimoji="1" lang="en-US" altLang="zh-CN" sz="2000" b="1"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rPr>
                        <a:t>(=</a:t>
                      </a:r>
                      <a:r>
                        <a:rPr kumimoji="1" lang="en-US" altLang="zh-CN" sz="2000" b="1" i="0" u="none" strike="noStrike" cap="none" normalizeH="0" baseline="0" smtClean="0">
                          <a:ln>
                            <a:noFill/>
                          </a:ln>
                          <a:solidFill>
                            <a:srgbClr val="FF0000"/>
                          </a:solidFill>
                          <a:effectLst/>
                          <a:latin typeface="Times New Roman" panose="02020603050405020304" pitchFamily="18" charset="0"/>
                          <a:ea typeface="黑体" panose="02010609060101010101" pitchFamily="49" charset="-122"/>
                        </a:rPr>
                        <a:t>4</a:t>
                      </a:r>
                      <a:r>
                        <a:rPr kumimoji="1" lang="en-US" altLang="zh-CN" sz="2000" b="1"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rPr>
                        <a:t>)</a:t>
                      </a:r>
                      <a:endPar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Unlock B </a:t>
                      </a:r>
                      <a:endPar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54275"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11.5 </a:t>
            </a:r>
            <a:r>
              <a:rPr lang="zh-CN" altLang="en-US" dirty="0"/>
              <a:t>并发调度的可串行性</a:t>
            </a:r>
            <a:endParaRPr lang="zh-CN" altLang="en-US" dirty="0"/>
          </a:p>
        </p:txBody>
      </p:sp>
      <p:sp>
        <p:nvSpPr>
          <p:cNvPr id="54276" name="Rectangle 3"/>
          <p:cNvSpPr>
            <a:spLocks noGrp="1"/>
          </p:cNvSpPr>
          <p:nvPr>
            <p:ph idx="1"/>
          </p:nvPr>
        </p:nvSpPr>
        <p:spPr>
          <a:xfrm>
            <a:off x="304800" y="762000"/>
            <a:ext cx="8610600" cy="5486400"/>
          </a:xfrm>
          <a:ln/>
        </p:spPr>
        <p:txBody>
          <a:bodyPr vert="horz" wrap="square" lIns="91440" tIns="45720" rIns="91440" bIns="45720" anchor="t" anchorCtr="0"/>
          <a:p>
            <a:pPr eaLnBrk="1" hangingPunct="1">
              <a:lnSpc>
                <a:spcPct val="110000"/>
              </a:lnSpc>
              <a:buNone/>
            </a:pPr>
            <a:r>
              <a:rPr lang="zh-CN" altLang="en-US" dirty="0">
                <a:solidFill>
                  <a:srgbClr val="FF0000"/>
                </a:solidFill>
              </a:rPr>
              <a:t>思考</a:t>
            </a:r>
            <a:r>
              <a:rPr lang="en-US" altLang="zh-CN" dirty="0">
                <a:solidFill>
                  <a:srgbClr val="FF0000"/>
                </a:solidFill>
              </a:rPr>
              <a:t>:</a:t>
            </a:r>
            <a:endParaRPr lang="en-US" altLang="zh-CN" dirty="0">
              <a:solidFill>
                <a:srgbClr val="FF0000"/>
              </a:solidFill>
            </a:endParaRPr>
          </a:p>
          <a:p>
            <a:pPr eaLnBrk="1" hangingPunct="1">
              <a:lnSpc>
                <a:spcPct val="110000"/>
              </a:lnSpc>
            </a:pPr>
            <a:r>
              <a:rPr lang="zh-CN" altLang="en-US" dirty="0">
                <a:solidFill>
                  <a:schemeClr val="tx1"/>
                </a:solidFill>
              </a:rPr>
              <a:t>下述三个事务并发执行，有多少种可能的正确结果？请一一列举出来</a:t>
            </a:r>
            <a:endParaRPr lang="zh-CN" altLang="en-US" dirty="0">
              <a:solidFill>
                <a:schemeClr val="tx1"/>
              </a:solidFill>
            </a:endParaRPr>
          </a:p>
          <a:p>
            <a:pPr lvl="1" eaLnBrk="1" hangingPunct="1">
              <a:lnSpc>
                <a:spcPct val="110000"/>
              </a:lnSpc>
            </a:pPr>
            <a:r>
              <a:rPr lang="en-US" altLang="zh-CN" dirty="0"/>
              <a:t>T1: A := A + 2</a:t>
            </a:r>
            <a:endParaRPr lang="en-US" altLang="zh-CN" dirty="0"/>
          </a:p>
          <a:p>
            <a:pPr lvl="1" eaLnBrk="1" hangingPunct="1">
              <a:lnSpc>
                <a:spcPct val="110000"/>
              </a:lnSpc>
            </a:pPr>
            <a:r>
              <a:rPr lang="en-US" altLang="zh-CN" dirty="0"/>
              <a:t>T2: A := A * 2</a:t>
            </a:r>
            <a:endParaRPr lang="en-US" altLang="zh-CN" dirty="0"/>
          </a:p>
          <a:p>
            <a:pPr lvl="1" eaLnBrk="1" hangingPunct="1">
              <a:lnSpc>
                <a:spcPct val="110000"/>
              </a:lnSpc>
            </a:pPr>
            <a:r>
              <a:rPr lang="en-US" altLang="zh-CN" dirty="0"/>
              <a:t>T3: A := A* A</a:t>
            </a:r>
            <a:endParaRPr lang="en-US" altLang="zh-CN" dirty="0"/>
          </a:p>
          <a:p>
            <a:pPr lvl="1" eaLnBrk="1" hangingPunct="1">
              <a:lnSpc>
                <a:spcPct val="110000"/>
              </a:lnSpc>
              <a:buNone/>
            </a:pPr>
            <a:r>
              <a:rPr lang="en-US" altLang="zh-CN" dirty="0"/>
              <a:t>(A</a:t>
            </a:r>
            <a:r>
              <a:rPr lang="zh-CN" altLang="en-US" dirty="0"/>
              <a:t>的初值为</a:t>
            </a:r>
            <a:r>
              <a:rPr lang="en-US" altLang="zh-CN" dirty="0"/>
              <a:t>0)</a:t>
            </a:r>
            <a:endParaRPr lang="en-US" altLang="zh-CN" dirty="0"/>
          </a:p>
          <a:p>
            <a:pPr eaLnBrk="1" hangingPunct="1">
              <a:lnSpc>
                <a:spcPct val="110000"/>
              </a:lnSpc>
            </a:pPr>
            <a:r>
              <a:rPr lang="en-US" altLang="zh-CN" i="1" dirty="0">
                <a:solidFill>
                  <a:schemeClr val="tx1"/>
                </a:solidFill>
              </a:rPr>
              <a:t>n</a:t>
            </a:r>
            <a:r>
              <a:rPr lang="zh-CN" altLang="en-US" dirty="0">
                <a:solidFill>
                  <a:schemeClr val="tx1"/>
                </a:solidFill>
              </a:rPr>
              <a:t>个事务可以允许并发执行，则最多有多少种可能的正确结果？</a:t>
            </a:r>
            <a:endParaRPr lang="zh-CN" altLang="en-US" dirty="0">
              <a:solidFill>
                <a:schemeClr val="tx1"/>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55299"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11.5 </a:t>
            </a:r>
            <a:r>
              <a:rPr lang="zh-CN" altLang="en-US" dirty="0"/>
              <a:t>并发调度的可串行性</a:t>
            </a:r>
            <a:endParaRPr lang="zh-CN" altLang="en-US" dirty="0"/>
          </a:p>
        </p:txBody>
      </p:sp>
      <p:sp>
        <p:nvSpPr>
          <p:cNvPr id="55300" name="Rectangle 3"/>
          <p:cNvSpPr>
            <a:spLocks noGrp="1"/>
          </p:cNvSpPr>
          <p:nvPr>
            <p:ph idx="1"/>
          </p:nvPr>
        </p:nvSpPr>
        <p:spPr>
          <a:xfrm>
            <a:off x="228600" y="914400"/>
            <a:ext cx="8610600" cy="5257800"/>
          </a:xfrm>
          <a:ln/>
        </p:spPr>
        <p:txBody>
          <a:bodyPr vert="horz" wrap="square" lIns="91440" tIns="45720" rIns="91440" bIns="45720" anchor="t" anchorCtr="0"/>
          <a:p>
            <a:pPr eaLnBrk="1" hangingPunct="1"/>
            <a:r>
              <a:rPr lang="zh-CN" altLang="en-US" sz="3600" dirty="0"/>
              <a:t>保证并发操作调度正确性的方法</a:t>
            </a:r>
            <a:endParaRPr lang="zh-CN" altLang="en-US" sz="3600" dirty="0"/>
          </a:p>
          <a:p>
            <a:pPr lvl="1" eaLnBrk="1" hangingPunct="1">
              <a:lnSpc>
                <a:spcPct val="120000"/>
              </a:lnSpc>
              <a:spcBef>
                <a:spcPct val="60000"/>
              </a:spcBef>
            </a:pPr>
            <a:r>
              <a:rPr lang="zh-CN" altLang="en-US" dirty="0"/>
              <a:t>封锁方法：</a:t>
            </a:r>
            <a:endParaRPr lang="zh-CN" altLang="en-US" dirty="0"/>
          </a:p>
          <a:p>
            <a:pPr lvl="1" eaLnBrk="1" hangingPunct="1">
              <a:lnSpc>
                <a:spcPct val="120000"/>
              </a:lnSpc>
              <a:spcBef>
                <a:spcPct val="60000"/>
              </a:spcBef>
              <a:buNone/>
            </a:pPr>
            <a:r>
              <a:rPr lang="zh-CN" altLang="en-US" dirty="0">
                <a:solidFill>
                  <a:schemeClr val="accent2"/>
                </a:solidFill>
              </a:rPr>
              <a:t>	两段锁</a:t>
            </a:r>
            <a:r>
              <a:rPr lang="zh-CN" altLang="en-US" dirty="0"/>
              <a:t>（</a:t>
            </a:r>
            <a:r>
              <a:rPr lang="en-US" altLang="zh-CN" dirty="0"/>
              <a:t>Two-Phase Locking</a:t>
            </a:r>
            <a:r>
              <a:rPr lang="zh-CN" altLang="en-US" dirty="0"/>
              <a:t>，简称</a:t>
            </a:r>
            <a:r>
              <a:rPr lang="en-US" altLang="zh-CN" dirty="0"/>
              <a:t>2PL</a:t>
            </a:r>
            <a:r>
              <a:rPr lang="zh-CN" altLang="en-US" dirty="0"/>
              <a:t>）</a:t>
            </a:r>
            <a:r>
              <a:rPr lang="zh-CN" altLang="en-US" dirty="0">
                <a:solidFill>
                  <a:schemeClr val="accent2"/>
                </a:solidFill>
              </a:rPr>
              <a:t>协议</a:t>
            </a:r>
            <a:endParaRPr lang="zh-CN" altLang="en-US" dirty="0">
              <a:solidFill>
                <a:schemeClr val="accent2"/>
              </a:solidFill>
            </a:endParaRPr>
          </a:p>
          <a:p>
            <a:pPr lvl="1" eaLnBrk="1" hangingPunct="1">
              <a:lnSpc>
                <a:spcPct val="120000"/>
              </a:lnSpc>
              <a:spcBef>
                <a:spcPct val="60000"/>
              </a:spcBef>
            </a:pPr>
            <a:r>
              <a:rPr lang="zh-CN" altLang="en-US" dirty="0"/>
              <a:t>时标方法</a:t>
            </a:r>
            <a:r>
              <a:rPr lang="en-US" altLang="zh-CN" dirty="0"/>
              <a:t>(</a:t>
            </a:r>
            <a:r>
              <a:rPr lang="zh-CN" altLang="en-US" dirty="0"/>
              <a:t>时间戳方法</a:t>
            </a:r>
            <a:r>
              <a:rPr lang="en-US" altLang="zh-CN" dirty="0"/>
              <a:t>)</a:t>
            </a:r>
            <a:endParaRPr lang="en-US" altLang="zh-CN" dirty="0"/>
          </a:p>
          <a:p>
            <a:pPr lvl="1" eaLnBrk="1" hangingPunct="1">
              <a:lnSpc>
                <a:spcPct val="120000"/>
              </a:lnSpc>
              <a:spcBef>
                <a:spcPct val="60000"/>
              </a:spcBef>
            </a:pPr>
            <a:r>
              <a:rPr lang="zh-CN" altLang="en-US" dirty="0"/>
              <a:t>乐观方法</a:t>
            </a:r>
            <a:endParaRPr lang="zh-CN" alt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56323"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11.5 </a:t>
            </a:r>
            <a:r>
              <a:rPr lang="zh-CN" altLang="en-US" dirty="0"/>
              <a:t>并发调度的可串行性</a:t>
            </a:r>
            <a:endParaRPr lang="zh-CN" altLang="en-US" dirty="0"/>
          </a:p>
        </p:txBody>
      </p:sp>
      <p:sp>
        <p:nvSpPr>
          <p:cNvPr id="56324" name="Rectangle 3"/>
          <p:cNvSpPr>
            <a:spLocks noGrp="1"/>
          </p:cNvSpPr>
          <p:nvPr>
            <p:ph idx="1"/>
          </p:nvPr>
        </p:nvSpPr>
        <p:spPr>
          <a:xfrm>
            <a:off x="228600" y="914400"/>
            <a:ext cx="8610600" cy="5257800"/>
          </a:xfrm>
          <a:ln/>
        </p:spPr>
        <p:txBody>
          <a:bodyPr vert="horz" wrap="square" lIns="91440" tIns="45720" rIns="91440" bIns="45720" anchor="t" anchorCtr="0"/>
          <a:p>
            <a:pPr eaLnBrk="1" hangingPunct="1">
              <a:lnSpc>
                <a:spcPct val="90000"/>
              </a:lnSpc>
            </a:pPr>
            <a:r>
              <a:rPr lang="zh-CN" altLang="en-US" sz="3600" dirty="0">
                <a:solidFill>
                  <a:schemeClr val="tx1"/>
                </a:solidFill>
              </a:rPr>
              <a:t>什么样性质的调度是可串行化调度呢</a:t>
            </a:r>
            <a:r>
              <a:rPr lang="en-US" altLang="zh-CN" sz="3600" dirty="0">
                <a:solidFill>
                  <a:schemeClr val="tx1"/>
                </a:solidFill>
              </a:rPr>
              <a:t>?</a:t>
            </a:r>
            <a:endParaRPr lang="en-US" altLang="zh-CN" sz="3600" dirty="0">
              <a:solidFill>
                <a:schemeClr val="tx1"/>
              </a:solidFill>
            </a:endParaRPr>
          </a:p>
          <a:p>
            <a:pPr eaLnBrk="1" hangingPunct="1">
              <a:lnSpc>
                <a:spcPct val="90000"/>
              </a:lnSpc>
            </a:pPr>
            <a:r>
              <a:rPr lang="zh-CN" altLang="en-US" sz="3600" dirty="0">
                <a:solidFill>
                  <a:schemeClr val="tx1"/>
                </a:solidFill>
              </a:rPr>
              <a:t>充分条件</a:t>
            </a:r>
            <a:r>
              <a:rPr lang="en-US" altLang="zh-CN" sz="3600" dirty="0">
                <a:solidFill>
                  <a:schemeClr val="tx1"/>
                </a:solidFill>
              </a:rPr>
              <a:t>:</a:t>
            </a:r>
            <a:r>
              <a:rPr lang="zh-CN" altLang="en-US" sz="3600" dirty="0">
                <a:solidFill>
                  <a:schemeClr val="accent2"/>
                </a:solidFill>
              </a:rPr>
              <a:t>冲突可串行化</a:t>
            </a:r>
            <a:endParaRPr lang="zh-CN" altLang="en-US" sz="3600" dirty="0">
              <a:solidFill>
                <a:schemeClr val="accent2"/>
              </a:solidFill>
            </a:endParaRPr>
          </a:p>
          <a:p>
            <a:pPr eaLnBrk="1" hangingPunct="1">
              <a:lnSpc>
                <a:spcPct val="90000"/>
              </a:lnSpc>
            </a:pPr>
            <a:r>
              <a:rPr lang="zh-CN" altLang="en-US" sz="3600" dirty="0">
                <a:solidFill>
                  <a:schemeClr val="tx1"/>
                </a:solidFill>
              </a:rPr>
              <a:t>一个调度</a:t>
            </a:r>
            <a:r>
              <a:rPr lang="en-US" altLang="zh-CN" sz="3600" dirty="0">
                <a:solidFill>
                  <a:schemeClr val="tx1"/>
                </a:solidFill>
              </a:rPr>
              <a:t>Sc</a:t>
            </a:r>
            <a:r>
              <a:rPr lang="zh-CN" altLang="en-US" sz="3600" dirty="0">
                <a:solidFill>
                  <a:schemeClr val="tx1"/>
                </a:solidFill>
              </a:rPr>
              <a:t>在保证冲突操作的次序不变的情况下，通过交换两个事务不冲突操作的次序得到另一个调度</a:t>
            </a:r>
            <a:r>
              <a:rPr lang="en-US" altLang="zh-CN" sz="3600" dirty="0">
                <a:solidFill>
                  <a:schemeClr val="tx1"/>
                </a:solidFill>
              </a:rPr>
              <a:t>Sc</a:t>
            </a:r>
            <a:r>
              <a:rPr lang="en-US" altLang="zh-CN" sz="3600" dirty="0">
                <a:solidFill>
                  <a:schemeClr val="tx1"/>
                </a:solidFill>
                <a:latin typeface="Arial" panose="020B0604020202020204" pitchFamily="34" charset="0"/>
              </a:rPr>
              <a:t>’</a:t>
            </a:r>
            <a:r>
              <a:rPr lang="zh-CN" altLang="en-US" sz="3600" dirty="0">
                <a:solidFill>
                  <a:schemeClr val="tx1"/>
                </a:solidFill>
              </a:rPr>
              <a:t>，如果</a:t>
            </a:r>
            <a:r>
              <a:rPr lang="en-US" altLang="zh-CN" sz="3600" dirty="0">
                <a:solidFill>
                  <a:schemeClr val="tx1"/>
                </a:solidFill>
              </a:rPr>
              <a:t>Sc’</a:t>
            </a:r>
            <a:r>
              <a:rPr lang="zh-CN" altLang="en-US" sz="3600" dirty="0">
                <a:solidFill>
                  <a:schemeClr val="tx1"/>
                </a:solidFill>
              </a:rPr>
              <a:t>是串行的，称调度</a:t>
            </a:r>
            <a:r>
              <a:rPr lang="en-US" altLang="zh-CN" sz="3600" dirty="0">
                <a:solidFill>
                  <a:schemeClr val="tx1"/>
                </a:solidFill>
              </a:rPr>
              <a:t>Sc</a:t>
            </a:r>
            <a:r>
              <a:rPr lang="zh-CN" altLang="en-US" sz="3600" dirty="0">
                <a:solidFill>
                  <a:schemeClr val="tx1"/>
                </a:solidFill>
              </a:rPr>
              <a:t>为冲突可串行化的调度</a:t>
            </a:r>
            <a:endParaRPr lang="zh-CN" altLang="en-US" sz="3600" dirty="0">
              <a:solidFill>
                <a:schemeClr val="tx1"/>
              </a:solidFill>
            </a:endParaRPr>
          </a:p>
          <a:p>
            <a:pPr eaLnBrk="1" hangingPunct="1">
              <a:lnSpc>
                <a:spcPct val="90000"/>
              </a:lnSpc>
            </a:pPr>
            <a:r>
              <a:rPr lang="zh-CN" altLang="en-US" sz="3600" dirty="0">
                <a:solidFill>
                  <a:schemeClr val="tx1"/>
                </a:solidFill>
              </a:rPr>
              <a:t>一个调度是冲突可串行化，一定是可串行化的调度</a:t>
            </a:r>
            <a:endParaRPr lang="zh-CN" altLang="en-US" sz="3600" dirty="0">
              <a:solidFill>
                <a:schemeClr val="tx1"/>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57347" name="Rectangle 2"/>
          <p:cNvSpPr>
            <a:spLocks noGrp="1"/>
          </p:cNvSpPr>
          <p:nvPr>
            <p:ph type="title"/>
          </p:nvPr>
        </p:nvSpPr>
        <p:spPr>
          <a:xfrm>
            <a:off x="1157288" y="71438"/>
            <a:ext cx="6694487" cy="609600"/>
          </a:xfrm>
          <a:ln/>
        </p:spPr>
        <p:txBody>
          <a:bodyPr vert="horz" wrap="square" lIns="91440" tIns="45720" rIns="91440" bIns="45720" anchor="ctr" anchorCtr="0"/>
          <a:p>
            <a:pPr eaLnBrk="1" hangingPunct="1"/>
            <a:r>
              <a:rPr lang="en-US" altLang="zh-CN" dirty="0"/>
              <a:t>11.5 </a:t>
            </a:r>
            <a:r>
              <a:rPr lang="zh-CN" altLang="en-US" dirty="0"/>
              <a:t>并发调度的可串行性</a:t>
            </a:r>
            <a:endParaRPr lang="zh-CN" altLang="en-US" dirty="0"/>
          </a:p>
        </p:txBody>
      </p:sp>
      <p:sp>
        <p:nvSpPr>
          <p:cNvPr id="57348" name="Rectangle 3"/>
          <p:cNvSpPr>
            <a:spLocks noGrp="1"/>
          </p:cNvSpPr>
          <p:nvPr>
            <p:ph idx="1"/>
          </p:nvPr>
        </p:nvSpPr>
        <p:spPr>
          <a:xfrm>
            <a:off x="228600" y="914400"/>
            <a:ext cx="8610600" cy="5610225"/>
          </a:xfrm>
          <a:ln/>
        </p:spPr>
        <p:txBody>
          <a:bodyPr vert="horz" wrap="square" lIns="91440" tIns="45720" rIns="91440" bIns="45720" anchor="t" anchorCtr="0"/>
          <a:p>
            <a:pPr eaLnBrk="1" hangingPunct="1">
              <a:lnSpc>
                <a:spcPct val="90000"/>
              </a:lnSpc>
            </a:pPr>
            <a:r>
              <a:rPr lang="zh-CN" altLang="en-US" sz="3600" dirty="0">
                <a:solidFill>
                  <a:schemeClr val="tx1"/>
                </a:solidFill>
              </a:rPr>
              <a:t>何为冲突操作</a:t>
            </a:r>
            <a:r>
              <a:rPr lang="en-US" altLang="zh-CN" sz="3600" dirty="0">
                <a:solidFill>
                  <a:schemeClr val="tx1"/>
                </a:solidFill>
              </a:rPr>
              <a:t>:</a:t>
            </a:r>
            <a:r>
              <a:rPr lang="zh-CN" altLang="en-US" sz="3600" dirty="0">
                <a:solidFill>
                  <a:schemeClr val="tx1"/>
                </a:solidFill>
              </a:rPr>
              <a:t>不同事务对同一数据的读写操作和写写操作</a:t>
            </a:r>
            <a:endParaRPr lang="zh-CN" altLang="en-US" sz="3600" dirty="0">
              <a:solidFill>
                <a:schemeClr val="tx1"/>
              </a:solidFill>
            </a:endParaRPr>
          </a:p>
          <a:p>
            <a:pPr eaLnBrk="1" hangingPunct="1">
              <a:lnSpc>
                <a:spcPct val="90000"/>
              </a:lnSpc>
              <a:buNone/>
            </a:pPr>
            <a:r>
              <a:rPr lang="en-US" altLang="zh-CN" sz="3600" dirty="0">
                <a:solidFill>
                  <a:schemeClr val="tx1"/>
                </a:solidFill>
              </a:rPr>
              <a:t>R</a:t>
            </a:r>
            <a:r>
              <a:rPr lang="en-US" altLang="zh-CN" sz="3600" i="1" baseline="-25000" dirty="0">
                <a:solidFill>
                  <a:schemeClr val="tx1"/>
                </a:solidFill>
              </a:rPr>
              <a:t>i</a:t>
            </a:r>
            <a:r>
              <a:rPr lang="en-US" altLang="zh-CN" sz="3600" dirty="0">
                <a:solidFill>
                  <a:schemeClr val="tx1"/>
                </a:solidFill>
              </a:rPr>
              <a:t> (x)</a:t>
            </a:r>
            <a:r>
              <a:rPr lang="zh-CN" altLang="en-US" sz="3600" dirty="0">
                <a:solidFill>
                  <a:schemeClr val="tx1"/>
                </a:solidFill>
              </a:rPr>
              <a:t>与</a:t>
            </a:r>
            <a:r>
              <a:rPr lang="en-US" altLang="zh-CN" sz="3600" dirty="0">
                <a:solidFill>
                  <a:schemeClr val="tx1"/>
                </a:solidFill>
              </a:rPr>
              <a:t>W</a:t>
            </a:r>
            <a:r>
              <a:rPr lang="en-US" altLang="zh-CN" sz="3600" i="1" baseline="-25000" dirty="0">
                <a:solidFill>
                  <a:schemeClr val="tx1"/>
                </a:solidFill>
              </a:rPr>
              <a:t>j</a:t>
            </a:r>
            <a:r>
              <a:rPr lang="en-US" altLang="zh-CN" sz="3600" dirty="0">
                <a:solidFill>
                  <a:schemeClr val="tx1"/>
                </a:solidFill>
              </a:rPr>
              <a:t>(x)	          /* </a:t>
            </a:r>
            <a:r>
              <a:rPr lang="zh-CN" altLang="en-US" sz="3600" dirty="0">
                <a:solidFill>
                  <a:schemeClr val="tx1"/>
                </a:solidFill>
              </a:rPr>
              <a:t>事务</a:t>
            </a:r>
            <a:r>
              <a:rPr lang="en-US" altLang="zh-CN" sz="3600" dirty="0">
                <a:solidFill>
                  <a:schemeClr val="tx1"/>
                </a:solidFill>
              </a:rPr>
              <a:t>T</a:t>
            </a:r>
            <a:r>
              <a:rPr lang="en-US" altLang="zh-CN" sz="3600" i="1" baseline="-25000" dirty="0">
                <a:solidFill>
                  <a:schemeClr val="tx1"/>
                </a:solidFill>
              </a:rPr>
              <a:t>i</a:t>
            </a:r>
            <a:r>
              <a:rPr lang="zh-CN" altLang="en-US" sz="3600" dirty="0">
                <a:solidFill>
                  <a:schemeClr val="tx1"/>
                </a:solidFill>
              </a:rPr>
              <a:t>读</a:t>
            </a:r>
            <a:r>
              <a:rPr lang="en-US" altLang="zh-CN" sz="3600" dirty="0">
                <a:solidFill>
                  <a:schemeClr val="tx1"/>
                </a:solidFill>
              </a:rPr>
              <a:t>x</a:t>
            </a:r>
            <a:r>
              <a:rPr lang="zh-CN" altLang="en-US" sz="3600" dirty="0">
                <a:solidFill>
                  <a:schemeClr val="tx1"/>
                </a:solidFill>
              </a:rPr>
              <a:t>，</a:t>
            </a:r>
            <a:r>
              <a:rPr lang="en-US" altLang="zh-CN" sz="3600" dirty="0">
                <a:solidFill>
                  <a:schemeClr val="tx1"/>
                </a:solidFill>
              </a:rPr>
              <a:t>T</a:t>
            </a:r>
            <a:r>
              <a:rPr lang="en-US" altLang="zh-CN" sz="3600" i="1" baseline="-25000" dirty="0">
                <a:solidFill>
                  <a:schemeClr val="tx1"/>
                </a:solidFill>
              </a:rPr>
              <a:t>j</a:t>
            </a:r>
            <a:r>
              <a:rPr lang="zh-CN" altLang="en-US" sz="3600" dirty="0">
                <a:solidFill>
                  <a:schemeClr val="tx1"/>
                </a:solidFill>
              </a:rPr>
              <a:t>写</a:t>
            </a:r>
            <a:r>
              <a:rPr lang="en-US" altLang="zh-CN" sz="3600" dirty="0">
                <a:solidFill>
                  <a:schemeClr val="tx1"/>
                </a:solidFill>
              </a:rPr>
              <a:t>x*/</a:t>
            </a:r>
            <a:endParaRPr lang="en-US" altLang="zh-CN" sz="3600" dirty="0">
              <a:solidFill>
                <a:schemeClr val="tx1"/>
              </a:solidFill>
            </a:endParaRPr>
          </a:p>
          <a:p>
            <a:pPr eaLnBrk="1" hangingPunct="1">
              <a:lnSpc>
                <a:spcPct val="90000"/>
              </a:lnSpc>
              <a:buNone/>
            </a:pPr>
            <a:r>
              <a:rPr lang="en-US" altLang="zh-CN" sz="3600" dirty="0">
                <a:solidFill>
                  <a:schemeClr val="tx1"/>
                </a:solidFill>
              </a:rPr>
              <a:t>W</a:t>
            </a:r>
            <a:r>
              <a:rPr lang="en-US" altLang="zh-CN" sz="3600" i="1" baseline="-25000" dirty="0">
                <a:solidFill>
                  <a:schemeClr val="tx1"/>
                </a:solidFill>
              </a:rPr>
              <a:t>i</a:t>
            </a:r>
            <a:r>
              <a:rPr lang="en-US" altLang="zh-CN" sz="3600" dirty="0">
                <a:solidFill>
                  <a:schemeClr val="tx1"/>
                </a:solidFill>
              </a:rPr>
              <a:t>(x)</a:t>
            </a:r>
            <a:r>
              <a:rPr lang="zh-CN" altLang="en-US" sz="3600" dirty="0">
                <a:solidFill>
                  <a:schemeClr val="tx1"/>
                </a:solidFill>
              </a:rPr>
              <a:t>与</a:t>
            </a:r>
            <a:r>
              <a:rPr lang="en-US" altLang="zh-CN" sz="3600" dirty="0">
                <a:solidFill>
                  <a:schemeClr val="tx1"/>
                </a:solidFill>
              </a:rPr>
              <a:t>W</a:t>
            </a:r>
            <a:r>
              <a:rPr lang="en-US" altLang="zh-CN" sz="3600" i="1" baseline="-25000" dirty="0">
                <a:solidFill>
                  <a:schemeClr val="tx1"/>
                </a:solidFill>
              </a:rPr>
              <a:t>j</a:t>
            </a:r>
            <a:r>
              <a:rPr lang="en-US" altLang="zh-CN" sz="3600" dirty="0">
                <a:solidFill>
                  <a:schemeClr val="tx1"/>
                </a:solidFill>
              </a:rPr>
              <a:t>(x)	          /* </a:t>
            </a:r>
            <a:r>
              <a:rPr lang="zh-CN" altLang="en-US" sz="3600" dirty="0">
                <a:solidFill>
                  <a:schemeClr val="tx1"/>
                </a:solidFill>
              </a:rPr>
              <a:t>事务</a:t>
            </a:r>
            <a:r>
              <a:rPr lang="en-US" altLang="zh-CN" sz="3600" dirty="0">
                <a:solidFill>
                  <a:schemeClr val="tx1"/>
                </a:solidFill>
              </a:rPr>
              <a:t>T</a:t>
            </a:r>
            <a:r>
              <a:rPr lang="en-US" altLang="zh-CN" sz="3600" i="1" baseline="-25000" dirty="0">
                <a:solidFill>
                  <a:schemeClr val="tx1"/>
                </a:solidFill>
              </a:rPr>
              <a:t>i</a:t>
            </a:r>
            <a:r>
              <a:rPr lang="zh-CN" altLang="en-US" sz="3600" dirty="0">
                <a:solidFill>
                  <a:schemeClr val="tx1"/>
                </a:solidFill>
              </a:rPr>
              <a:t>写</a:t>
            </a:r>
            <a:r>
              <a:rPr lang="en-US" altLang="zh-CN" sz="3600" dirty="0">
                <a:solidFill>
                  <a:schemeClr val="tx1"/>
                </a:solidFill>
              </a:rPr>
              <a:t>x</a:t>
            </a:r>
            <a:r>
              <a:rPr lang="zh-CN" altLang="en-US" sz="3600" dirty="0">
                <a:solidFill>
                  <a:schemeClr val="tx1"/>
                </a:solidFill>
              </a:rPr>
              <a:t>，</a:t>
            </a:r>
            <a:r>
              <a:rPr lang="en-US" altLang="zh-CN" sz="3600" dirty="0">
                <a:solidFill>
                  <a:schemeClr val="tx1"/>
                </a:solidFill>
              </a:rPr>
              <a:t>T</a:t>
            </a:r>
            <a:r>
              <a:rPr lang="en-US" altLang="zh-CN" sz="3600" i="1" baseline="-25000" dirty="0">
                <a:solidFill>
                  <a:schemeClr val="tx1"/>
                </a:solidFill>
              </a:rPr>
              <a:t>j</a:t>
            </a:r>
            <a:r>
              <a:rPr lang="zh-CN" altLang="en-US" sz="3600" dirty="0">
                <a:solidFill>
                  <a:schemeClr val="tx1"/>
                </a:solidFill>
              </a:rPr>
              <a:t>写</a:t>
            </a:r>
            <a:r>
              <a:rPr lang="en-US" altLang="zh-CN" sz="3600" dirty="0">
                <a:solidFill>
                  <a:schemeClr val="tx1"/>
                </a:solidFill>
              </a:rPr>
              <a:t>x*/</a:t>
            </a:r>
            <a:endParaRPr lang="en-US" altLang="zh-CN" sz="3600" dirty="0">
              <a:solidFill>
                <a:schemeClr val="tx1"/>
              </a:solidFill>
            </a:endParaRPr>
          </a:p>
          <a:p>
            <a:pPr eaLnBrk="1" hangingPunct="1">
              <a:lnSpc>
                <a:spcPct val="90000"/>
              </a:lnSpc>
            </a:pPr>
            <a:r>
              <a:rPr lang="zh-CN" altLang="en-US" sz="3600" dirty="0">
                <a:solidFill>
                  <a:schemeClr val="tx1"/>
                </a:solidFill>
              </a:rPr>
              <a:t>其他操作是不冲突操作</a:t>
            </a:r>
            <a:endParaRPr lang="zh-CN" altLang="en-US" sz="3600" dirty="0">
              <a:solidFill>
                <a:schemeClr val="tx1"/>
              </a:solidFill>
            </a:endParaRPr>
          </a:p>
          <a:p>
            <a:pPr eaLnBrk="1" hangingPunct="1">
              <a:lnSpc>
                <a:spcPct val="90000"/>
              </a:lnSpc>
            </a:pPr>
            <a:r>
              <a:rPr lang="zh-CN" altLang="en-US" sz="3600" dirty="0">
                <a:solidFill>
                  <a:schemeClr val="tx1"/>
                </a:solidFill>
              </a:rPr>
              <a:t>不同事务的冲突操作和同一事务的两个操作不能交换</a:t>
            </a:r>
            <a:r>
              <a:rPr lang="en-US" altLang="zh-CN" sz="3600" dirty="0">
                <a:solidFill>
                  <a:schemeClr val="tx1"/>
                </a:solidFill>
              </a:rPr>
              <a:t>(Swap)</a:t>
            </a:r>
            <a:endParaRPr lang="en-US" altLang="zh-CN" sz="3600" dirty="0">
              <a:solidFill>
                <a:schemeClr val="tx1"/>
              </a:solidFill>
            </a:endParaRPr>
          </a:p>
          <a:p>
            <a:pPr eaLnBrk="1" hangingPunct="1">
              <a:lnSpc>
                <a:spcPct val="90000"/>
              </a:lnSpc>
            </a:pPr>
            <a:r>
              <a:rPr lang="zh-CN" altLang="en-US" sz="3600" dirty="0">
                <a:solidFill>
                  <a:schemeClr val="accent2"/>
                </a:solidFill>
              </a:rPr>
              <a:t>不同事务</a:t>
            </a:r>
            <a:r>
              <a:rPr lang="en-US" altLang="zh-CN" sz="3600" dirty="0">
                <a:solidFill>
                  <a:srgbClr val="FF0000"/>
                </a:solidFill>
              </a:rPr>
              <a:t>,</a:t>
            </a:r>
            <a:r>
              <a:rPr lang="zh-CN" altLang="en-US" sz="3600" dirty="0">
                <a:solidFill>
                  <a:srgbClr val="FF0000"/>
                </a:solidFill>
              </a:rPr>
              <a:t>同一数据，读读操作可交换</a:t>
            </a:r>
            <a:endParaRPr lang="zh-CN" altLang="en-US" sz="3600" dirty="0">
              <a:solidFill>
                <a:srgbClr val="FF0000"/>
              </a:solidFill>
            </a:endParaRPr>
          </a:p>
          <a:p>
            <a:pPr eaLnBrk="1" hangingPunct="1">
              <a:lnSpc>
                <a:spcPct val="90000"/>
              </a:lnSpc>
            </a:pPr>
            <a:r>
              <a:rPr lang="zh-CN" altLang="en-US" sz="3600" dirty="0">
                <a:solidFill>
                  <a:schemeClr val="accent2"/>
                </a:solidFill>
              </a:rPr>
              <a:t>不同事务</a:t>
            </a:r>
            <a:r>
              <a:rPr lang="en-US" altLang="zh-CN" sz="3600" dirty="0">
                <a:solidFill>
                  <a:srgbClr val="FF0000"/>
                </a:solidFill>
              </a:rPr>
              <a:t>,</a:t>
            </a:r>
            <a:r>
              <a:rPr lang="zh-CN" altLang="en-US" sz="3600" dirty="0">
                <a:solidFill>
                  <a:srgbClr val="FF0000"/>
                </a:solidFill>
              </a:rPr>
              <a:t>不同数据，无论读写皆可交换</a:t>
            </a:r>
            <a:endParaRPr lang="zh-CN" altLang="en-US" dirty="0">
              <a:solidFill>
                <a:srgbClr val="FF0000"/>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58371"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11.5 </a:t>
            </a:r>
            <a:r>
              <a:rPr lang="zh-CN" altLang="en-US" dirty="0"/>
              <a:t>并发调度的可串行性</a:t>
            </a:r>
            <a:endParaRPr lang="zh-CN" altLang="en-US" dirty="0"/>
          </a:p>
        </p:txBody>
      </p:sp>
      <p:sp>
        <p:nvSpPr>
          <p:cNvPr id="58372" name="Rectangle 3"/>
          <p:cNvSpPr>
            <a:spLocks noGrp="1"/>
          </p:cNvSpPr>
          <p:nvPr>
            <p:ph idx="1"/>
          </p:nvPr>
        </p:nvSpPr>
        <p:spPr>
          <a:xfrm>
            <a:off x="228600" y="914400"/>
            <a:ext cx="8610600" cy="5257800"/>
          </a:xfrm>
          <a:ln/>
        </p:spPr>
        <p:txBody>
          <a:bodyPr vert="horz" wrap="square" lIns="91440" tIns="45720" rIns="91440" bIns="45720" anchor="t" anchorCtr="0"/>
          <a:p>
            <a:pPr eaLnBrk="1" hangingPunct="1">
              <a:buNone/>
            </a:pPr>
            <a:r>
              <a:rPr lang="en-US" altLang="zh-CN" dirty="0">
                <a:solidFill>
                  <a:schemeClr val="tx1"/>
                </a:solidFill>
              </a:rPr>
              <a:t>[</a:t>
            </a:r>
            <a:r>
              <a:rPr lang="zh-CN" altLang="en-US" dirty="0">
                <a:solidFill>
                  <a:schemeClr val="tx1"/>
                </a:solidFill>
              </a:rPr>
              <a:t>例］今有调度</a:t>
            </a:r>
            <a:r>
              <a:rPr lang="en-US" altLang="zh-CN" dirty="0">
                <a:solidFill>
                  <a:schemeClr val="tx1"/>
                </a:solidFill>
              </a:rPr>
              <a:t>SC1</a:t>
            </a:r>
            <a:r>
              <a:rPr lang="en-US" altLang="zh-CN" sz="2800" dirty="0">
                <a:solidFill>
                  <a:schemeClr val="tx1"/>
                </a:solidFill>
              </a:rPr>
              <a:t>= </a:t>
            </a:r>
            <a:r>
              <a:rPr lang="en-US" altLang="zh-CN" dirty="0">
                <a:solidFill>
                  <a:schemeClr val="tx1"/>
                </a:solidFill>
              </a:rPr>
              <a:t>r1(A)w1(A)r2(A)</a:t>
            </a:r>
            <a:r>
              <a:rPr lang="en-US" altLang="zh-CN" dirty="0">
                <a:solidFill>
                  <a:schemeClr val="accent2"/>
                </a:solidFill>
              </a:rPr>
              <a:t>w2(A)</a:t>
            </a:r>
            <a:r>
              <a:rPr lang="en-US" altLang="zh-CN" dirty="0">
                <a:solidFill>
                  <a:schemeClr val="tx1"/>
                </a:solidFill>
              </a:rPr>
              <a:t>r1(B)w1(B)r2(B)w2(B)</a:t>
            </a:r>
            <a:endParaRPr lang="en-US" altLang="zh-CN" dirty="0">
              <a:solidFill>
                <a:schemeClr val="tx1"/>
              </a:solidFill>
            </a:endParaRPr>
          </a:p>
          <a:p>
            <a:pPr eaLnBrk="1" hangingPunct="1"/>
            <a:r>
              <a:rPr lang="zh-CN" altLang="en-US" dirty="0">
                <a:solidFill>
                  <a:schemeClr val="tx1"/>
                </a:solidFill>
              </a:rPr>
              <a:t>把</a:t>
            </a:r>
            <a:r>
              <a:rPr lang="en-US" altLang="zh-CN" dirty="0">
                <a:solidFill>
                  <a:schemeClr val="tx1"/>
                </a:solidFill>
              </a:rPr>
              <a:t>w2(A)</a:t>
            </a:r>
            <a:r>
              <a:rPr lang="zh-CN" altLang="en-US" dirty="0">
                <a:solidFill>
                  <a:schemeClr val="tx1"/>
                </a:solidFill>
              </a:rPr>
              <a:t>与</a:t>
            </a:r>
            <a:r>
              <a:rPr lang="en-US" altLang="zh-CN" dirty="0">
                <a:solidFill>
                  <a:schemeClr val="tx1"/>
                </a:solidFill>
              </a:rPr>
              <a:t>r1(B)w1(B)</a:t>
            </a:r>
            <a:r>
              <a:rPr lang="zh-CN" altLang="en-US" dirty="0">
                <a:solidFill>
                  <a:schemeClr val="tx1"/>
                </a:solidFill>
              </a:rPr>
              <a:t>交换，得到：</a:t>
            </a:r>
            <a:endParaRPr lang="zh-CN" altLang="en-US" dirty="0">
              <a:solidFill>
                <a:schemeClr val="tx1"/>
              </a:solidFill>
            </a:endParaRPr>
          </a:p>
          <a:p>
            <a:pPr eaLnBrk="1" hangingPunct="1">
              <a:buNone/>
            </a:pPr>
            <a:r>
              <a:rPr lang="zh-CN" altLang="en-US" dirty="0">
                <a:solidFill>
                  <a:schemeClr val="tx1"/>
                </a:solidFill>
              </a:rPr>
              <a:t>    </a:t>
            </a:r>
            <a:r>
              <a:rPr lang="en-US" altLang="zh-CN" dirty="0">
                <a:solidFill>
                  <a:schemeClr val="tx1"/>
                </a:solidFill>
              </a:rPr>
              <a:t>r1(A)w1(A)</a:t>
            </a:r>
            <a:r>
              <a:rPr lang="en-US" altLang="zh-CN" dirty="0">
                <a:solidFill>
                  <a:srgbClr val="FF0000"/>
                </a:solidFill>
              </a:rPr>
              <a:t>r2(A)</a:t>
            </a:r>
            <a:r>
              <a:rPr lang="en-US" altLang="zh-CN" dirty="0">
                <a:solidFill>
                  <a:schemeClr val="tx1"/>
                </a:solidFill>
              </a:rPr>
              <a:t>r1(B)w1(B)</a:t>
            </a:r>
            <a:r>
              <a:rPr lang="en-US" altLang="zh-CN" dirty="0">
                <a:solidFill>
                  <a:schemeClr val="accent2"/>
                </a:solidFill>
              </a:rPr>
              <a:t>w2(A)</a:t>
            </a:r>
            <a:r>
              <a:rPr lang="en-US" altLang="zh-CN" dirty="0">
                <a:solidFill>
                  <a:schemeClr val="tx1"/>
                </a:solidFill>
              </a:rPr>
              <a:t>r2(B)w2(B)</a:t>
            </a:r>
            <a:endParaRPr lang="en-US" altLang="zh-CN" dirty="0">
              <a:solidFill>
                <a:schemeClr val="tx1"/>
              </a:solidFill>
            </a:endParaRPr>
          </a:p>
          <a:p>
            <a:pPr eaLnBrk="1" hangingPunct="1"/>
            <a:r>
              <a:rPr lang="zh-CN" altLang="en-US" dirty="0">
                <a:solidFill>
                  <a:schemeClr val="tx1"/>
                </a:solidFill>
              </a:rPr>
              <a:t>再把</a:t>
            </a:r>
            <a:r>
              <a:rPr lang="en-US" altLang="zh-CN" dirty="0">
                <a:solidFill>
                  <a:schemeClr val="tx1"/>
                </a:solidFill>
              </a:rPr>
              <a:t>r2(A)</a:t>
            </a:r>
            <a:r>
              <a:rPr lang="zh-CN" altLang="en-US" dirty="0">
                <a:solidFill>
                  <a:schemeClr val="tx1"/>
                </a:solidFill>
              </a:rPr>
              <a:t>与</a:t>
            </a:r>
            <a:r>
              <a:rPr lang="en-US" altLang="zh-CN" dirty="0">
                <a:solidFill>
                  <a:schemeClr val="tx1"/>
                </a:solidFill>
              </a:rPr>
              <a:t>r1(B)w1(B)</a:t>
            </a:r>
            <a:r>
              <a:rPr lang="zh-CN" altLang="en-US" dirty="0">
                <a:solidFill>
                  <a:schemeClr val="tx1"/>
                </a:solidFill>
              </a:rPr>
              <a:t>交换：</a:t>
            </a:r>
            <a:endParaRPr lang="zh-CN" altLang="en-US" dirty="0">
              <a:solidFill>
                <a:schemeClr val="tx1"/>
              </a:solidFill>
            </a:endParaRPr>
          </a:p>
          <a:p>
            <a:pPr eaLnBrk="1" hangingPunct="1">
              <a:buNone/>
            </a:pPr>
            <a:r>
              <a:rPr lang="zh-CN" altLang="en-US" dirty="0">
                <a:solidFill>
                  <a:schemeClr val="tx1"/>
                </a:solidFill>
              </a:rPr>
              <a:t>   </a:t>
            </a:r>
            <a:r>
              <a:rPr lang="en-US" altLang="zh-CN" dirty="0">
                <a:solidFill>
                  <a:schemeClr val="tx1"/>
                </a:solidFill>
              </a:rPr>
              <a:t>Sc2</a:t>
            </a:r>
            <a:r>
              <a:rPr lang="zh-CN" altLang="en-US" dirty="0">
                <a:solidFill>
                  <a:schemeClr val="tx1"/>
                </a:solidFill>
              </a:rPr>
              <a:t>＝</a:t>
            </a:r>
            <a:r>
              <a:rPr lang="en-US" altLang="zh-CN" dirty="0">
                <a:solidFill>
                  <a:schemeClr val="tx1"/>
                </a:solidFill>
              </a:rPr>
              <a:t>r1(A)w1(A)r1(B)w1(B)</a:t>
            </a:r>
            <a:r>
              <a:rPr lang="en-US" altLang="zh-CN" dirty="0">
                <a:solidFill>
                  <a:srgbClr val="FF0000"/>
                </a:solidFill>
              </a:rPr>
              <a:t>r2(A)</a:t>
            </a:r>
            <a:r>
              <a:rPr lang="en-US" altLang="zh-CN" dirty="0">
                <a:solidFill>
                  <a:schemeClr val="accent2"/>
                </a:solidFill>
              </a:rPr>
              <a:t>w2(A)</a:t>
            </a:r>
            <a:r>
              <a:rPr lang="en-US" altLang="zh-CN" dirty="0">
                <a:solidFill>
                  <a:schemeClr val="tx1"/>
                </a:solidFill>
              </a:rPr>
              <a:t>r2(B)w2(B)</a:t>
            </a:r>
            <a:endParaRPr lang="en-US" altLang="zh-CN" dirty="0">
              <a:solidFill>
                <a:schemeClr val="tx1"/>
              </a:solidFill>
            </a:endParaRPr>
          </a:p>
          <a:p>
            <a:pPr eaLnBrk="1" hangingPunct="1"/>
            <a:r>
              <a:rPr lang="en-US" altLang="zh-CN" dirty="0">
                <a:solidFill>
                  <a:schemeClr val="tx1"/>
                </a:solidFill>
              </a:rPr>
              <a:t>Sc2</a:t>
            </a:r>
            <a:r>
              <a:rPr lang="zh-CN" altLang="en-US" dirty="0">
                <a:solidFill>
                  <a:schemeClr val="tx1"/>
                </a:solidFill>
              </a:rPr>
              <a:t>等价于一个串行调度</a:t>
            </a:r>
            <a:r>
              <a:rPr lang="en-US" altLang="zh-CN" dirty="0">
                <a:solidFill>
                  <a:schemeClr val="tx1"/>
                </a:solidFill>
              </a:rPr>
              <a:t>T1</a:t>
            </a:r>
            <a:r>
              <a:rPr lang="zh-CN" altLang="en-US" dirty="0">
                <a:solidFill>
                  <a:schemeClr val="tx1"/>
                </a:solidFill>
              </a:rPr>
              <a:t>，</a:t>
            </a:r>
            <a:r>
              <a:rPr lang="en-US" altLang="zh-CN" dirty="0">
                <a:solidFill>
                  <a:schemeClr val="tx1"/>
                </a:solidFill>
              </a:rPr>
              <a:t>T2</a:t>
            </a:r>
            <a:r>
              <a:rPr lang="zh-CN" altLang="en-US" dirty="0">
                <a:solidFill>
                  <a:schemeClr val="tx1"/>
                </a:solidFill>
              </a:rPr>
              <a:t>，</a:t>
            </a:r>
            <a:r>
              <a:rPr lang="en-US" altLang="zh-CN" dirty="0">
                <a:solidFill>
                  <a:schemeClr val="tx1"/>
                </a:solidFill>
              </a:rPr>
              <a:t>Sc1</a:t>
            </a:r>
            <a:r>
              <a:rPr lang="zh-CN" altLang="en-US" dirty="0">
                <a:solidFill>
                  <a:schemeClr val="tx1"/>
                </a:solidFill>
              </a:rPr>
              <a:t>冲突可串行化的调度</a:t>
            </a:r>
            <a:endParaRPr lang="zh-CN" altLang="en-US" dirty="0">
              <a:solidFill>
                <a:schemeClr val="tx1"/>
              </a:solidFill>
            </a:endParaRPr>
          </a:p>
        </p:txBody>
      </p:sp>
      <p:sp>
        <p:nvSpPr>
          <p:cNvPr id="58373" name="Line 4"/>
          <p:cNvSpPr/>
          <p:nvPr/>
        </p:nvSpPr>
        <p:spPr>
          <a:xfrm>
            <a:off x="684213" y="4797425"/>
            <a:ext cx="3887787" cy="0"/>
          </a:xfrm>
          <a:prstGeom prst="line">
            <a:avLst/>
          </a:prstGeom>
          <a:ln w="38100" cap="flat" cmpd="sng">
            <a:solidFill>
              <a:srgbClr val="6600FF"/>
            </a:solidFill>
            <a:prstDash val="solid"/>
            <a:headEnd type="none" w="med" len="med"/>
            <a:tailEnd type="none" w="med" len="med"/>
          </a:ln>
        </p:spPr>
      </p:sp>
      <p:sp>
        <p:nvSpPr>
          <p:cNvPr id="58374" name="Line 5"/>
          <p:cNvSpPr/>
          <p:nvPr/>
        </p:nvSpPr>
        <p:spPr>
          <a:xfrm>
            <a:off x="4716463" y="4797425"/>
            <a:ext cx="3887787" cy="0"/>
          </a:xfrm>
          <a:prstGeom prst="line">
            <a:avLst/>
          </a:prstGeom>
          <a:ln w="38100" cap="flat" cmpd="sng">
            <a:solidFill>
              <a:srgbClr val="FF0000"/>
            </a:solidFill>
            <a:prstDash val="solid"/>
            <a:headEnd type="none" w="med" len="med"/>
            <a:tailEnd type="none" w="med" len="med"/>
          </a:ln>
        </p:spPr>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页脚占位符 6"/>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59395" name="Rectangle 2"/>
          <p:cNvSpPr>
            <a:spLocks noGrp="1"/>
          </p:cNvSpPr>
          <p:nvPr>
            <p:ph type="title"/>
          </p:nvPr>
        </p:nvSpPr>
        <p:spPr>
          <a:xfrm>
            <a:off x="755650" y="0"/>
            <a:ext cx="7772400" cy="684213"/>
          </a:xfrm>
          <a:ln/>
        </p:spPr>
        <p:txBody>
          <a:bodyPr vert="horz" wrap="square" lIns="91440" tIns="45720" rIns="91440" bIns="45720" anchor="ctr" anchorCtr="0"/>
          <a:p>
            <a:pPr eaLnBrk="1" hangingPunct="1"/>
            <a:r>
              <a:rPr lang="en-US" altLang="zh-CN" dirty="0"/>
              <a:t>11.5 </a:t>
            </a:r>
            <a:r>
              <a:rPr lang="zh-CN" altLang="en-US" dirty="0"/>
              <a:t>并发调度的可串行性</a:t>
            </a:r>
            <a:endParaRPr lang="zh-CN" altLang="en-US" dirty="0"/>
          </a:p>
        </p:txBody>
      </p:sp>
      <p:sp>
        <p:nvSpPr>
          <p:cNvPr id="59396" name="Rectangle 3"/>
          <p:cNvSpPr>
            <a:spLocks noGrp="1"/>
          </p:cNvSpPr>
          <p:nvPr>
            <p:ph type="body" sz="half" idx="1"/>
          </p:nvPr>
        </p:nvSpPr>
        <p:spPr>
          <a:xfrm>
            <a:off x="250825" y="981075"/>
            <a:ext cx="8207375" cy="973138"/>
          </a:xfrm>
          <a:ln/>
        </p:spPr>
        <p:txBody>
          <a:bodyPr vert="horz" wrap="square" lIns="91440" tIns="45720" rIns="91440" bIns="45720" anchor="t" anchorCtr="0"/>
          <a:p>
            <a:pPr eaLnBrk="1" hangingPunct="1">
              <a:lnSpc>
                <a:spcPct val="90000"/>
              </a:lnSpc>
              <a:buClr>
                <a:srgbClr val="FF3300"/>
              </a:buClr>
              <a:buSzTx/>
              <a:buFont typeface="Wingdings" panose="05000000000000000000" pitchFamily="2" charset="2"/>
              <a:buNone/>
            </a:pPr>
            <a:r>
              <a:rPr lang="en-US" altLang="zh-CN" sz="2800" dirty="0">
                <a:solidFill>
                  <a:schemeClr val="tx1"/>
                </a:solidFill>
              </a:rPr>
              <a:t>[</a:t>
            </a:r>
            <a:r>
              <a:rPr lang="zh-CN" altLang="en-US" sz="2800" dirty="0">
                <a:solidFill>
                  <a:schemeClr val="tx1"/>
                </a:solidFill>
              </a:rPr>
              <a:t>例］今有调度</a:t>
            </a:r>
            <a:r>
              <a:rPr lang="en-US" altLang="zh-CN" sz="2800" dirty="0">
                <a:solidFill>
                  <a:schemeClr val="tx1"/>
                </a:solidFill>
              </a:rPr>
              <a:t>SC1</a:t>
            </a:r>
            <a:r>
              <a:rPr lang="en-US" altLang="zh-CN" sz="2400" dirty="0">
                <a:solidFill>
                  <a:schemeClr val="tx1"/>
                </a:solidFill>
              </a:rPr>
              <a:t>=</a:t>
            </a:r>
            <a:endParaRPr lang="en-US" altLang="zh-CN" sz="2400" dirty="0">
              <a:solidFill>
                <a:schemeClr val="tx1"/>
              </a:solidFill>
            </a:endParaRPr>
          </a:p>
          <a:p>
            <a:pPr eaLnBrk="1" hangingPunct="1">
              <a:lnSpc>
                <a:spcPct val="90000"/>
              </a:lnSpc>
              <a:buClr>
                <a:srgbClr val="FF3300"/>
              </a:buClr>
              <a:buSzTx/>
              <a:buFont typeface="Wingdings" panose="05000000000000000000" pitchFamily="2" charset="2"/>
              <a:buNone/>
            </a:pPr>
            <a:r>
              <a:rPr lang="en-US" altLang="zh-CN" sz="2400" dirty="0">
                <a:solidFill>
                  <a:schemeClr val="tx1"/>
                </a:solidFill>
              </a:rPr>
              <a:t>	</a:t>
            </a:r>
            <a:r>
              <a:rPr lang="en-US" altLang="zh-CN" sz="2800" dirty="0">
                <a:solidFill>
                  <a:schemeClr val="tx1"/>
                </a:solidFill>
              </a:rPr>
              <a:t>r1(A)w1(A)r2(A)</a:t>
            </a:r>
            <a:r>
              <a:rPr lang="en-US" altLang="zh-CN" sz="2800" dirty="0">
                <a:solidFill>
                  <a:schemeClr val="accent2"/>
                </a:solidFill>
              </a:rPr>
              <a:t>w2(A)</a:t>
            </a:r>
            <a:r>
              <a:rPr lang="en-US" altLang="zh-CN" sz="2800" dirty="0">
                <a:solidFill>
                  <a:schemeClr val="tx1"/>
                </a:solidFill>
              </a:rPr>
              <a:t>r1(B)w1(B)r2(B)w2(B)</a:t>
            </a:r>
            <a:endParaRPr lang="en-US" altLang="zh-CN" sz="2800" dirty="0">
              <a:solidFill>
                <a:schemeClr val="tx1"/>
              </a:solidFill>
            </a:endParaRPr>
          </a:p>
        </p:txBody>
      </p:sp>
      <p:graphicFrame>
        <p:nvGraphicFramePr>
          <p:cNvPr id="403582" name="Group 126"/>
          <p:cNvGraphicFramePr>
            <a:graphicFrameLocks noGrp="1"/>
          </p:cNvGraphicFramePr>
          <p:nvPr>
            <p:ph sz="quarter" idx="4294967295"/>
          </p:nvPr>
        </p:nvGraphicFramePr>
        <p:xfrm>
          <a:off x="395288" y="2276475"/>
          <a:ext cx="3810000" cy="4140200"/>
        </p:xfrm>
        <a:graphic>
          <a:graphicData uri="http://schemas.openxmlformats.org/drawingml/2006/table">
            <a:tbl>
              <a:tblPr/>
              <a:tblGrid>
                <a:gridCol w="1112837"/>
                <a:gridCol w="1535113"/>
                <a:gridCol w="1162050"/>
              </a:tblGrid>
              <a:tr h="257175">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rPr>
                        <a:t>时间 </a:t>
                      </a:r>
                      <a:endParaRPr kumimoji="1" lang="zh-CN" altLang="en-US" sz="24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rPr>
                        <a:t>T</a:t>
                      </a:r>
                      <a:r>
                        <a:rPr kumimoji="1" lang="en-US" altLang="zh-CN" sz="2400" b="1" i="0" u="none" strike="noStrike" cap="none" normalizeH="0" baseline="-30000" smtClean="0">
                          <a:ln>
                            <a:noFill/>
                          </a:ln>
                          <a:solidFill>
                            <a:srgbClr val="FF0000"/>
                          </a:solidFill>
                          <a:effectLst/>
                          <a:latin typeface="Times New Roman" panose="02020603050405020304" pitchFamily="18" charset="0"/>
                          <a:ea typeface="宋体" panose="02010600030101010101" pitchFamily="2" charset="-122"/>
                        </a:rPr>
                        <a:t>1</a:t>
                      </a:r>
                      <a:r>
                        <a:rPr kumimoji="1" lang="en-US" altLang="zh-CN" sz="24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rPr>
                        <a:t> </a:t>
                      </a:r>
                      <a:endParaRPr kumimoji="1" lang="en-US" altLang="zh-CN" sz="24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rPr>
                        <a:t>T2 </a:t>
                      </a:r>
                      <a:endParaRPr kumimoji="1" lang="en-US" altLang="zh-CN" sz="24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257175">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rPr>
                        <a:t>t1 </a:t>
                      </a:r>
                      <a:endPar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读</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257175">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rPr>
                        <a:t>t2 </a:t>
                      </a:r>
                      <a:endPar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写</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252413">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rPr>
                        <a:t>t3</a:t>
                      </a:r>
                      <a:endPar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读</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noFill/>
                  </a:tcPr>
                </a:tc>
              </a:tr>
              <a:tr h="482600">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rPr>
                        <a:t>t4</a:t>
                      </a:r>
                      <a:endPar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rPr>
                        <a:t>写</a:t>
                      </a:r>
                      <a:r>
                        <a:rPr kumimoji="1" lang="en-US" altLang="zh-CN" sz="24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rPr>
                        <a:t>A</a:t>
                      </a:r>
                      <a:endParaRPr kumimoji="1" lang="en-US" altLang="zh-CN" sz="24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52413">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rPr>
                        <a:t>t5</a:t>
                      </a:r>
                      <a:endPar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rPr>
                        <a:t>读</a:t>
                      </a:r>
                      <a:r>
                        <a:rPr kumimoji="1" lang="en-US" altLang="zh-CN" sz="24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rPr>
                        <a:t>B</a:t>
                      </a:r>
                      <a:endParaRPr kumimoji="1" lang="en-US" altLang="zh-CN" sz="24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52413">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rPr>
                        <a:t>t6</a:t>
                      </a:r>
                      <a:endPar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写</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52413">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rPr>
                        <a:t>t7 </a:t>
                      </a:r>
                      <a:endPar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读</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r>
              <a:tr h="252413">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rPr>
                        <a:t>t8</a:t>
                      </a:r>
                      <a:endParaRPr kumimoji="1" lang="en-US" altLang="zh-CN" sz="24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写</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r>
            </a:tbl>
          </a:graphicData>
        </a:graphic>
      </p:graphicFrame>
      <p:graphicFrame>
        <p:nvGraphicFramePr>
          <p:cNvPr id="403588" name="Group 132"/>
          <p:cNvGraphicFramePr>
            <a:graphicFrameLocks noGrp="1"/>
          </p:cNvGraphicFramePr>
          <p:nvPr>
            <p:ph sz="quarter" idx="4294967295"/>
          </p:nvPr>
        </p:nvGraphicFramePr>
        <p:xfrm>
          <a:off x="4787900" y="2276475"/>
          <a:ext cx="3810000" cy="4114800"/>
        </p:xfrm>
        <a:graphic>
          <a:graphicData uri="http://schemas.openxmlformats.org/drawingml/2006/table">
            <a:tbl>
              <a:tblPr/>
              <a:tblGrid>
                <a:gridCol w="1112838"/>
                <a:gridCol w="1535112"/>
                <a:gridCol w="1162050"/>
              </a:tblGrid>
              <a:tr h="257175">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rPr>
                        <a:t>时间 </a:t>
                      </a:r>
                      <a:endParaRPr kumimoji="1" lang="zh-CN" altLang="en-US" sz="24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rPr>
                        <a:t>T</a:t>
                      </a:r>
                      <a:r>
                        <a:rPr kumimoji="1" lang="en-US" altLang="zh-CN" sz="2400" b="1" i="0" u="none" strike="noStrike" cap="none" normalizeH="0" baseline="-30000" smtClean="0">
                          <a:ln>
                            <a:noFill/>
                          </a:ln>
                          <a:solidFill>
                            <a:srgbClr val="FF0000"/>
                          </a:solidFill>
                          <a:effectLst/>
                          <a:latin typeface="Times New Roman" panose="02020603050405020304" pitchFamily="18" charset="0"/>
                          <a:ea typeface="宋体" panose="02010600030101010101" pitchFamily="2" charset="-122"/>
                        </a:rPr>
                        <a:t>1</a:t>
                      </a:r>
                      <a:r>
                        <a:rPr kumimoji="1" lang="en-US" altLang="zh-CN" sz="24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rPr>
                        <a:t> </a:t>
                      </a:r>
                      <a:endParaRPr kumimoji="1" lang="en-US" altLang="zh-CN" sz="24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rPr>
                        <a:t>T2 </a:t>
                      </a:r>
                      <a:endParaRPr kumimoji="1" lang="en-US" altLang="zh-CN" sz="24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257175">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rPr>
                        <a:t>t1 </a:t>
                      </a:r>
                      <a:endPar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读</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257175">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rPr>
                        <a:t>t2 </a:t>
                      </a:r>
                      <a:endPar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写</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252413">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rPr>
                        <a:t>t3</a:t>
                      </a:r>
                      <a:endPar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读</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noFill/>
                  </a:tcPr>
                </a:tc>
              </a:tr>
              <a:tr h="409575">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rPr>
                        <a:t>t4</a:t>
                      </a:r>
                      <a:endPar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读</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4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52413">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rPr>
                        <a:t>t5</a:t>
                      </a:r>
                      <a:endPar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4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写</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52413">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rPr>
                        <a:t>t6</a:t>
                      </a:r>
                      <a:endPar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写</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7825">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rPr>
                        <a:t>t7 </a:t>
                      </a:r>
                      <a:endPar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读</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r>
              <a:tr h="354013">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rPr>
                        <a:t>t8</a:t>
                      </a:r>
                      <a:endParaRPr kumimoji="1" lang="en-US" altLang="zh-CN" sz="24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写</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r>
            </a:tbl>
          </a:graphicData>
        </a:graphic>
      </p:graphicFrame>
      <mc:AlternateContent xmlns:mc="http://schemas.openxmlformats.org/markup-compatibility/2006" xmlns:p14="http://schemas.microsoft.com/office/powerpoint/2010/main">
        <mc:Choice Requires="p14">
          <p:contentPart r:id="rId1" p14:bwMode="auto">
            <p14:nvContentPartPr>
              <p14:cNvPr id="403589" name="Ink 133"/>
              <p14:cNvContentPartPr/>
              <p14:nvPr/>
            </p14:nvContentPartPr>
            <p14:xfrm>
              <a:off x="1751012" y="4106863"/>
              <a:ext cx="2400300" cy="922337"/>
            </p14:xfrm>
          </p:contentPart>
        </mc:Choice>
        <mc:Fallback xmlns="">
          <p:pic>
            <p:nvPicPr>
              <p:cNvPr id="403589" name="Ink 133"/>
            </p:nvPicPr>
            <p:blipFill>
              <a:blip r:embed="rId2"/>
            </p:blipFill>
            <p:spPr>
              <a:xfrm>
                <a:off x="1751012" y="4106863"/>
                <a:ext cx="2400300" cy="922337"/>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403590" name="Ink 134"/>
              <p14:cNvContentPartPr/>
              <p14:nvPr/>
            </p14:nvContentPartPr>
            <p14:xfrm>
              <a:off x="6292850" y="3692525"/>
              <a:ext cx="2165350" cy="758825"/>
            </p14:xfrm>
          </p:contentPart>
        </mc:Choice>
        <mc:Fallback xmlns="">
          <p:pic>
            <p:nvPicPr>
              <p:cNvPr id="403590" name="Ink 134"/>
            </p:nvPicPr>
            <p:blipFill>
              <a:blip r:embed="rId4"/>
            </p:blipFill>
            <p:spPr>
              <a:xfrm>
                <a:off x="6292850" y="3692525"/>
                <a:ext cx="2165350" cy="758825"/>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403591" name="Ink 135"/>
              <p14:cNvContentPartPr/>
              <p14:nvPr/>
            </p14:nvContentPartPr>
            <p14:xfrm>
              <a:off x="6129338" y="4514850"/>
              <a:ext cx="2351087" cy="1093788"/>
            </p14:xfrm>
          </p:contentPart>
        </mc:Choice>
        <mc:Fallback xmlns="">
          <p:pic>
            <p:nvPicPr>
              <p:cNvPr id="403591" name="Ink 135"/>
            </p:nvPicPr>
            <p:blipFill>
              <a:blip r:embed="rId6"/>
            </p:blipFill>
            <p:spPr>
              <a:xfrm>
                <a:off x="6129338" y="4514850"/>
                <a:ext cx="2351087" cy="1093788"/>
              </a:xfrm>
              <a:prstGeom prst="rect"/>
            </p:spPr>
          </p:pic>
        </mc:Fallback>
      </mc:AlternateContent>
      <p:sp>
        <p:nvSpPr>
          <p:cNvPr id="59484" name="AutoShape 136"/>
          <p:cNvSpPr/>
          <p:nvPr/>
        </p:nvSpPr>
        <p:spPr>
          <a:xfrm>
            <a:off x="4284663" y="4076700"/>
            <a:ext cx="431800" cy="576263"/>
          </a:xfrm>
          <a:prstGeom prst="rightArrow">
            <a:avLst>
              <a:gd name="adj1" fmla="val 50000"/>
              <a:gd name="adj2" fmla="val 25000"/>
            </a:avLst>
          </a:prstGeom>
          <a:solidFill>
            <a:schemeClr val="accent2"/>
          </a:solidFill>
          <a:ln w="9525" cap="flat" cmpd="sng">
            <a:solidFill>
              <a:srgbClr val="6600FF"/>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algn="ctr" eaLnBrk="1" hangingPunct="1">
              <a:spcBef>
                <a:spcPct val="0"/>
              </a:spcBef>
              <a:buClrTx/>
              <a:buFontTx/>
              <a:buNone/>
            </a:pPr>
            <a:endParaRPr lang="en-US" altLang="zh-CN" sz="1400" dirty="0">
              <a:solidFill>
                <a:schemeClr val="tx1"/>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页脚占位符 6"/>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60419" name="Rectangle 2"/>
          <p:cNvSpPr>
            <a:spLocks noGrp="1"/>
          </p:cNvSpPr>
          <p:nvPr>
            <p:ph type="title"/>
          </p:nvPr>
        </p:nvSpPr>
        <p:spPr>
          <a:xfrm>
            <a:off x="755650" y="0"/>
            <a:ext cx="7772400" cy="684213"/>
          </a:xfrm>
          <a:ln/>
        </p:spPr>
        <p:txBody>
          <a:bodyPr vert="horz" wrap="square" lIns="91440" tIns="45720" rIns="91440" bIns="45720" anchor="ctr" anchorCtr="0"/>
          <a:p>
            <a:pPr eaLnBrk="1" hangingPunct="1"/>
            <a:r>
              <a:rPr lang="en-US" altLang="zh-CN" dirty="0"/>
              <a:t>11.5 </a:t>
            </a:r>
            <a:r>
              <a:rPr lang="zh-CN" altLang="en-US" dirty="0"/>
              <a:t>并发调度的可串行性</a:t>
            </a:r>
            <a:endParaRPr lang="zh-CN" altLang="en-US" dirty="0"/>
          </a:p>
        </p:txBody>
      </p:sp>
      <p:sp>
        <p:nvSpPr>
          <p:cNvPr id="60420" name="Rectangle 3"/>
          <p:cNvSpPr>
            <a:spLocks noGrp="1"/>
          </p:cNvSpPr>
          <p:nvPr>
            <p:ph type="body" sz="half" idx="1"/>
          </p:nvPr>
        </p:nvSpPr>
        <p:spPr>
          <a:xfrm>
            <a:off x="250825" y="981075"/>
            <a:ext cx="8207375" cy="973138"/>
          </a:xfrm>
          <a:ln/>
        </p:spPr>
        <p:txBody>
          <a:bodyPr vert="horz" wrap="square" lIns="91440" tIns="45720" rIns="91440" bIns="45720" anchor="t" anchorCtr="0"/>
          <a:p>
            <a:pPr eaLnBrk="1" hangingPunct="1">
              <a:lnSpc>
                <a:spcPct val="90000"/>
              </a:lnSpc>
              <a:buClr>
                <a:srgbClr val="FF3300"/>
              </a:buClr>
              <a:buSzTx/>
              <a:buFont typeface="Wingdings" panose="05000000000000000000" pitchFamily="2" charset="2"/>
              <a:buNone/>
            </a:pPr>
            <a:r>
              <a:rPr lang="en-US" altLang="zh-CN" sz="2800" dirty="0">
                <a:solidFill>
                  <a:schemeClr val="tx1"/>
                </a:solidFill>
              </a:rPr>
              <a:t>[</a:t>
            </a:r>
            <a:r>
              <a:rPr lang="zh-CN" altLang="en-US" sz="2800" dirty="0">
                <a:solidFill>
                  <a:schemeClr val="tx1"/>
                </a:solidFill>
              </a:rPr>
              <a:t>例］今有调度</a:t>
            </a:r>
            <a:r>
              <a:rPr lang="en-US" altLang="zh-CN" sz="2800" dirty="0">
                <a:solidFill>
                  <a:schemeClr val="tx1"/>
                </a:solidFill>
              </a:rPr>
              <a:t>SC1</a:t>
            </a:r>
            <a:r>
              <a:rPr lang="en-US" altLang="zh-CN" sz="2400" dirty="0">
                <a:solidFill>
                  <a:schemeClr val="tx1"/>
                </a:solidFill>
              </a:rPr>
              <a:t>=</a:t>
            </a:r>
            <a:endParaRPr lang="en-US" altLang="zh-CN" sz="2400" dirty="0">
              <a:solidFill>
                <a:schemeClr val="tx1"/>
              </a:solidFill>
            </a:endParaRPr>
          </a:p>
          <a:p>
            <a:pPr eaLnBrk="1" hangingPunct="1">
              <a:lnSpc>
                <a:spcPct val="90000"/>
              </a:lnSpc>
              <a:buClr>
                <a:srgbClr val="FF3300"/>
              </a:buClr>
              <a:buSzTx/>
              <a:buFont typeface="Wingdings" panose="05000000000000000000" pitchFamily="2" charset="2"/>
              <a:buNone/>
            </a:pPr>
            <a:r>
              <a:rPr lang="en-US" altLang="zh-CN" sz="2400" dirty="0">
                <a:solidFill>
                  <a:schemeClr val="tx1"/>
                </a:solidFill>
              </a:rPr>
              <a:t>	</a:t>
            </a:r>
            <a:r>
              <a:rPr lang="en-US" altLang="zh-CN" sz="2800" dirty="0">
                <a:solidFill>
                  <a:schemeClr val="tx1"/>
                </a:solidFill>
              </a:rPr>
              <a:t>r1(A)w1(A)r2(A)</a:t>
            </a:r>
            <a:r>
              <a:rPr lang="en-US" altLang="zh-CN" sz="2800" dirty="0">
                <a:solidFill>
                  <a:schemeClr val="accent2"/>
                </a:solidFill>
              </a:rPr>
              <a:t>w2(A)</a:t>
            </a:r>
            <a:r>
              <a:rPr lang="en-US" altLang="zh-CN" sz="2800" dirty="0">
                <a:solidFill>
                  <a:schemeClr val="tx1"/>
                </a:solidFill>
              </a:rPr>
              <a:t>r1(B)w1(B)r2(B)w2(B)</a:t>
            </a:r>
            <a:endParaRPr lang="en-US" altLang="zh-CN" sz="2800" dirty="0">
              <a:solidFill>
                <a:schemeClr val="tx1"/>
              </a:solidFill>
            </a:endParaRPr>
          </a:p>
        </p:txBody>
      </p:sp>
      <p:graphicFrame>
        <p:nvGraphicFramePr>
          <p:cNvPr id="408622" name="Group 46"/>
          <p:cNvGraphicFramePr>
            <a:graphicFrameLocks noGrp="1"/>
          </p:cNvGraphicFramePr>
          <p:nvPr>
            <p:ph sz="quarter" idx="4294967295"/>
          </p:nvPr>
        </p:nvGraphicFramePr>
        <p:xfrm>
          <a:off x="415925" y="2133600"/>
          <a:ext cx="3810000" cy="4114800"/>
        </p:xfrm>
        <a:graphic>
          <a:graphicData uri="http://schemas.openxmlformats.org/drawingml/2006/table">
            <a:tbl>
              <a:tblPr/>
              <a:tblGrid>
                <a:gridCol w="1112838"/>
                <a:gridCol w="1535112"/>
                <a:gridCol w="1162050"/>
              </a:tblGrid>
              <a:tr h="257175">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rPr>
                        <a:t>时间 </a:t>
                      </a:r>
                      <a:endParaRPr kumimoji="1" lang="zh-CN" altLang="en-US" sz="24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rPr>
                        <a:t>T</a:t>
                      </a:r>
                      <a:r>
                        <a:rPr kumimoji="1" lang="en-US" altLang="zh-CN" sz="2400" b="1" i="0" u="none" strike="noStrike" cap="none" normalizeH="0" baseline="-30000" smtClean="0">
                          <a:ln>
                            <a:noFill/>
                          </a:ln>
                          <a:solidFill>
                            <a:srgbClr val="FF0000"/>
                          </a:solidFill>
                          <a:effectLst/>
                          <a:latin typeface="Times New Roman" panose="02020603050405020304" pitchFamily="18" charset="0"/>
                          <a:ea typeface="宋体" panose="02010600030101010101" pitchFamily="2" charset="-122"/>
                        </a:rPr>
                        <a:t>1</a:t>
                      </a:r>
                      <a:r>
                        <a:rPr kumimoji="1" lang="en-US" altLang="zh-CN" sz="24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rPr>
                        <a:t> </a:t>
                      </a:r>
                      <a:endParaRPr kumimoji="1" lang="en-US" altLang="zh-CN" sz="24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rPr>
                        <a:t>T2 </a:t>
                      </a:r>
                      <a:endParaRPr kumimoji="1" lang="en-US" altLang="zh-CN" sz="24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257175">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rPr>
                        <a:t>t1 </a:t>
                      </a:r>
                      <a:endPar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读</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257175">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rPr>
                        <a:t>t2 </a:t>
                      </a:r>
                      <a:endPar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写</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252413">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rPr>
                        <a:t>t3</a:t>
                      </a:r>
                      <a:endPar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读</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noFill/>
                  </a:tcPr>
                </a:tc>
              </a:tr>
              <a:tr h="409575">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rPr>
                        <a:t>t4</a:t>
                      </a:r>
                      <a:endPar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读</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4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52413">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rPr>
                        <a:t>t5</a:t>
                      </a:r>
                      <a:endPar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4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写</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52413">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rPr>
                        <a:t>t6</a:t>
                      </a:r>
                      <a:endPar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写</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7825">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rPr>
                        <a:t>t7 </a:t>
                      </a:r>
                      <a:endPar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读</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r>
              <a:tr h="354013">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rPr>
                        <a:t>t8</a:t>
                      </a:r>
                      <a:endParaRPr kumimoji="1" lang="en-US" altLang="zh-CN" sz="24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写</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r>
            </a:tbl>
          </a:graphicData>
        </a:graphic>
      </p:graphicFrame>
      <mc:AlternateContent xmlns:mc="http://schemas.openxmlformats.org/markup-compatibility/2006" xmlns:p14="http://schemas.microsoft.com/office/powerpoint/2010/main">
        <mc:Choice Requires="p14">
          <p:contentPart r:id="rId1" p14:bwMode="auto">
            <p14:nvContentPartPr>
              <p14:cNvPr id="408665" name="Ink 89"/>
              <p14:cNvContentPartPr/>
              <p14:nvPr/>
            </p14:nvContentPartPr>
            <p14:xfrm>
              <a:off x="1979612" y="3573462"/>
              <a:ext cx="2165350" cy="758825"/>
            </p14:xfrm>
          </p:contentPart>
        </mc:Choice>
        <mc:Fallback xmlns="">
          <p:pic>
            <p:nvPicPr>
              <p:cNvPr id="408665" name="Ink 89"/>
            </p:nvPicPr>
            <p:blipFill>
              <a:blip r:embed="rId2"/>
            </p:blipFill>
            <p:spPr>
              <a:xfrm>
                <a:off x="1979612" y="3573462"/>
                <a:ext cx="2165350" cy="758825"/>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408666" name="Ink 90"/>
              <p14:cNvContentPartPr/>
              <p14:nvPr/>
            </p14:nvContentPartPr>
            <p14:xfrm>
              <a:off x="1835150" y="4292600"/>
              <a:ext cx="2351088" cy="1093788"/>
            </p14:xfrm>
          </p:contentPart>
        </mc:Choice>
        <mc:Fallback xmlns="">
          <p:pic>
            <p:nvPicPr>
              <p:cNvPr id="408666" name="Ink 90"/>
            </p:nvPicPr>
            <p:blipFill>
              <a:blip r:embed="rId4"/>
            </p:blipFill>
            <p:spPr>
              <a:xfrm>
                <a:off x="1835150" y="4292600"/>
                <a:ext cx="2351088" cy="1093788"/>
              </a:xfrm>
              <a:prstGeom prst="rect"/>
            </p:spPr>
          </p:pic>
        </mc:Fallback>
      </mc:AlternateContent>
      <p:graphicFrame>
        <p:nvGraphicFramePr>
          <p:cNvPr id="408714" name="Group 138"/>
          <p:cNvGraphicFramePr>
            <a:graphicFrameLocks noGrp="1"/>
          </p:cNvGraphicFramePr>
          <p:nvPr>
            <p:ph sz="quarter" idx="4294967295"/>
          </p:nvPr>
        </p:nvGraphicFramePr>
        <p:xfrm>
          <a:off x="5003800" y="2133600"/>
          <a:ext cx="3594100" cy="4114800"/>
        </p:xfrm>
        <a:graphic>
          <a:graphicData uri="http://schemas.openxmlformats.org/drawingml/2006/table">
            <a:tbl>
              <a:tblPr/>
              <a:tblGrid>
                <a:gridCol w="896938"/>
                <a:gridCol w="1535112"/>
                <a:gridCol w="1162050"/>
              </a:tblGrid>
              <a:tr h="254000">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rPr>
                        <a:t>时间 </a:t>
                      </a:r>
                      <a:endParaRPr kumimoji="1" lang="zh-CN" altLang="en-US" sz="24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rPr>
                        <a:t>T</a:t>
                      </a:r>
                      <a:r>
                        <a:rPr kumimoji="1" lang="en-US" altLang="zh-CN" sz="2400" b="1" i="0" u="none" strike="noStrike" cap="none" normalizeH="0" baseline="-30000" smtClean="0">
                          <a:ln>
                            <a:noFill/>
                          </a:ln>
                          <a:solidFill>
                            <a:srgbClr val="FF0000"/>
                          </a:solidFill>
                          <a:effectLst/>
                          <a:latin typeface="Times New Roman" panose="02020603050405020304" pitchFamily="18" charset="0"/>
                          <a:ea typeface="宋体" panose="02010600030101010101" pitchFamily="2" charset="-122"/>
                        </a:rPr>
                        <a:t>1</a:t>
                      </a:r>
                      <a:r>
                        <a:rPr kumimoji="1" lang="en-US" altLang="zh-CN" sz="24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rPr>
                        <a:t> </a:t>
                      </a:r>
                      <a:endParaRPr kumimoji="1" lang="en-US" altLang="zh-CN" sz="24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rPr>
                        <a:t>T2 </a:t>
                      </a:r>
                      <a:endParaRPr kumimoji="1" lang="en-US" altLang="zh-CN" sz="24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254000">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rPr>
                        <a:t>t1 </a:t>
                      </a:r>
                      <a:endPar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读</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254000">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rPr>
                        <a:t>t2 </a:t>
                      </a:r>
                      <a:endPar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写</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252413">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rPr>
                        <a:t>t3</a:t>
                      </a:r>
                      <a:endPar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读</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noFill/>
                  </a:tcPr>
                </a:tc>
              </a:tr>
              <a:tr h="254000">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rPr>
                        <a:t>t4</a:t>
                      </a:r>
                      <a:endPar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读</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52413">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rPr>
                        <a:t>t5</a:t>
                      </a:r>
                      <a:endPar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写</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52413">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rPr>
                        <a:t>t6</a:t>
                      </a:r>
                      <a:endPar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写</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54000">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rPr>
                        <a:t>t7 </a:t>
                      </a:r>
                      <a:endPar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读</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r>
              <a:tr h="254000">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rPr>
                        <a:t>t8</a:t>
                      </a:r>
                      <a:endParaRPr kumimoji="1" lang="en-US" altLang="zh-CN" sz="24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写</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r>
            </a:tbl>
          </a:graphicData>
        </a:graphic>
      </p:graphicFrame>
      <mc:AlternateContent xmlns:mc="http://schemas.openxmlformats.org/markup-compatibility/2006" xmlns:p14="http://schemas.microsoft.com/office/powerpoint/2010/main">
        <mc:Choice Requires="p14">
          <p:contentPart r:id="rId5" p14:bwMode="auto">
            <p14:nvContentPartPr>
              <p14:cNvPr id="408712" name="Ink 136"/>
              <p14:cNvContentPartPr/>
              <p14:nvPr/>
            </p14:nvContentPartPr>
            <p14:xfrm>
              <a:off x="6084888" y="3860800"/>
              <a:ext cx="2351087" cy="1093788"/>
            </p14:xfrm>
          </p:contentPart>
        </mc:Choice>
        <mc:Fallback xmlns="">
          <p:pic>
            <p:nvPicPr>
              <p:cNvPr id="408712" name="Ink 136"/>
            </p:nvPicPr>
            <p:blipFill>
              <a:blip r:embed="rId6"/>
            </p:blipFill>
            <p:spPr>
              <a:xfrm>
                <a:off x="6084888" y="3860800"/>
                <a:ext cx="2351087" cy="1093788"/>
              </a:xfrm>
              <a:prstGeom prst="rect"/>
            </p:spPr>
          </p:pic>
        </mc:Fallback>
      </mc:AlternateContent>
      <p:sp>
        <p:nvSpPr>
          <p:cNvPr id="60508" name="AutoShape 137"/>
          <p:cNvSpPr/>
          <p:nvPr/>
        </p:nvSpPr>
        <p:spPr>
          <a:xfrm>
            <a:off x="4356100" y="4076700"/>
            <a:ext cx="431800" cy="576263"/>
          </a:xfrm>
          <a:prstGeom prst="rightArrow">
            <a:avLst>
              <a:gd name="adj1" fmla="val 50000"/>
              <a:gd name="adj2" fmla="val 25000"/>
            </a:avLst>
          </a:prstGeom>
          <a:solidFill>
            <a:schemeClr val="accent2"/>
          </a:solidFill>
          <a:ln w="9525" cap="flat" cmpd="sng">
            <a:solidFill>
              <a:srgbClr val="6600FF"/>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algn="ctr" eaLnBrk="1" hangingPunct="1">
              <a:spcBef>
                <a:spcPct val="0"/>
              </a:spcBef>
              <a:buClrTx/>
              <a:buFontTx/>
              <a:buNone/>
            </a:pPr>
            <a:endParaRPr lang="en-US" altLang="zh-CN" sz="1400" dirty="0">
              <a:solidFill>
                <a:schemeClr val="tx1"/>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页脚占位符 6"/>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61443" name="Rectangle 2"/>
          <p:cNvSpPr>
            <a:spLocks noGrp="1"/>
          </p:cNvSpPr>
          <p:nvPr>
            <p:ph type="title"/>
          </p:nvPr>
        </p:nvSpPr>
        <p:spPr>
          <a:xfrm>
            <a:off x="755650" y="0"/>
            <a:ext cx="7772400" cy="684213"/>
          </a:xfrm>
          <a:ln/>
        </p:spPr>
        <p:txBody>
          <a:bodyPr vert="horz" wrap="square" lIns="91440" tIns="45720" rIns="91440" bIns="45720" anchor="ctr" anchorCtr="0"/>
          <a:p>
            <a:pPr eaLnBrk="1" hangingPunct="1"/>
            <a:r>
              <a:rPr lang="en-US" altLang="zh-CN" dirty="0"/>
              <a:t>11.5 </a:t>
            </a:r>
            <a:r>
              <a:rPr lang="zh-CN" altLang="en-US" dirty="0"/>
              <a:t>并发调度的可串行性</a:t>
            </a:r>
            <a:endParaRPr lang="zh-CN" altLang="en-US" dirty="0"/>
          </a:p>
        </p:txBody>
      </p:sp>
      <p:sp>
        <p:nvSpPr>
          <p:cNvPr id="61444" name="Rectangle 3"/>
          <p:cNvSpPr>
            <a:spLocks noGrp="1"/>
          </p:cNvSpPr>
          <p:nvPr>
            <p:ph type="body" sz="half" idx="1"/>
          </p:nvPr>
        </p:nvSpPr>
        <p:spPr>
          <a:xfrm>
            <a:off x="250825" y="981075"/>
            <a:ext cx="8207375" cy="973138"/>
          </a:xfrm>
          <a:ln/>
        </p:spPr>
        <p:txBody>
          <a:bodyPr vert="horz" wrap="square" lIns="91440" tIns="45720" rIns="91440" bIns="45720" anchor="t" anchorCtr="0"/>
          <a:p>
            <a:pPr eaLnBrk="1" hangingPunct="1">
              <a:lnSpc>
                <a:spcPct val="90000"/>
              </a:lnSpc>
              <a:buClr>
                <a:srgbClr val="FF3300"/>
              </a:buClr>
              <a:buSzTx/>
              <a:buFont typeface="Wingdings" panose="05000000000000000000" pitchFamily="2" charset="2"/>
              <a:buNone/>
            </a:pPr>
            <a:r>
              <a:rPr lang="en-US" altLang="zh-CN" sz="2800" dirty="0">
                <a:solidFill>
                  <a:schemeClr val="tx1"/>
                </a:solidFill>
              </a:rPr>
              <a:t>[</a:t>
            </a:r>
            <a:r>
              <a:rPr lang="zh-CN" altLang="en-US" sz="2800" dirty="0">
                <a:solidFill>
                  <a:schemeClr val="tx1"/>
                </a:solidFill>
              </a:rPr>
              <a:t>例］今有调度</a:t>
            </a:r>
            <a:r>
              <a:rPr lang="en-US" altLang="zh-CN" sz="2800" dirty="0">
                <a:solidFill>
                  <a:schemeClr val="tx1"/>
                </a:solidFill>
              </a:rPr>
              <a:t>SC1</a:t>
            </a:r>
            <a:r>
              <a:rPr lang="en-US" altLang="zh-CN" sz="2400" dirty="0">
                <a:solidFill>
                  <a:schemeClr val="tx1"/>
                </a:solidFill>
              </a:rPr>
              <a:t>=</a:t>
            </a:r>
            <a:endParaRPr lang="en-US" altLang="zh-CN" sz="2400" dirty="0">
              <a:solidFill>
                <a:schemeClr val="tx1"/>
              </a:solidFill>
            </a:endParaRPr>
          </a:p>
          <a:p>
            <a:pPr eaLnBrk="1" hangingPunct="1">
              <a:lnSpc>
                <a:spcPct val="90000"/>
              </a:lnSpc>
              <a:buClr>
                <a:srgbClr val="FF3300"/>
              </a:buClr>
              <a:buSzTx/>
              <a:buFont typeface="Wingdings" panose="05000000000000000000" pitchFamily="2" charset="2"/>
              <a:buNone/>
            </a:pPr>
            <a:r>
              <a:rPr lang="en-US" altLang="zh-CN" sz="2400" dirty="0">
                <a:solidFill>
                  <a:schemeClr val="tx1"/>
                </a:solidFill>
              </a:rPr>
              <a:t>	</a:t>
            </a:r>
            <a:r>
              <a:rPr lang="en-US" altLang="zh-CN" sz="2800" dirty="0">
                <a:solidFill>
                  <a:schemeClr val="tx1"/>
                </a:solidFill>
              </a:rPr>
              <a:t>r1(A)w1(A)r2(A)</a:t>
            </a:r>
            <a:r>
              <a:rPr lang="en-US" altLang="zh-CN" sz="2800" dirty="0">
                <a:solidFill>
                  <a:schemeClr val="accent2"/>
                </a:solidFill>
              </a:rPr>
              <a:t>w2(A)</a:t>
            </a:r>
            <a:r>
              <a:rPr lang="en-US" altLang="zh-CN" sz="2800" dirty="0">
                <a:solidFill>
                  <a:schemeClr val="tx1"/>
                </a:solidFill>
              </a:rPr>
              <a:t>r1(B)w1(B)r2(B)w2(B)</a:t>
            </a:r>
            <a:endParaRPr lang="en-US" altLang="zh-CN" sz="2800" dirty="0">
              <a:solidFill>
                <a:schemeClr val="tx1"/>
              </a:solidFill>
            </a:endParaRPr>
          </a:p>
        </p:txBody>
      </p:sp>
      <p:graphicFrame>
        <p:nvGraphicFramePr>
          <p:cNvPr id="409604" name="Group 4"/>
          <p:cNvGraphicFramePr>
            <a:graphicFrameLocks noGrp="1"/>
          </p:cNvGraphicFramePr>
          <p:nvPr>
            <p:ph sz="quarter" idx="4294967295"/>
          </p:nvPr>
        </p:nvGraphicFramePr>
        <p:xfrm>
          <a:off x="444500" y="2133600"/>
          <a:ext cx="3810000" cy="4114800"/>
        </p:xfrm>
        <a:graphic>
          <a:graphicData uri="http://schemas.openxmlformats.org/drawingml/2006/table">
            <a:tbl>
              <a:tblPr/>
              <a:tblGrid>
                <a:gridCol w="1112838"/>
                <a:gridCol w="1535112"/>
                <a:gridCol w="1162050"/>
              </a:tblGrid>
              <a:tr h="257175">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rPr>
                        <a:t>时间 </a:t>
                      </a:r>
                      <a:endParaRPr kumimoji="1" lang="zh-CN" altLang="en-US" sz="24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rPr>
                        <a:t>T</a:t>
                      </a:r>
                      <a:r>
                        <a:rPr kumimoji="1" lang="en-US" altLang="zh-CN" sz="2400" b="1" i="0" u="none" strike="noStrike" cap="none" normalizeH="0" baseline="-30000" smtClean="0">
                          <a:ln>
                            <a:noFill/>
                          </a:ln>
                          <a:solidFill>
                            <a:srgbClr val="FF0000"/>
                          </a:solidFill>
                          <a:effectLst/>
                          <a:latin typeface="Times New Roman" panose="02020603050405020304" pitchFamily="18" charset="0"/>
                          <a:ea typeface="宋体" panose="02010600030101010101" pitchFamily="2" charset="-122"/>
                        </a:rPr>
                        <a:t>1</a:t>
                      </a:r>
                      <a:r>
                        <a:rPr kumimoji="1" lang="en-US" altLang="zh-CN" sz="24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rPr>
                        <a:t> </a:t>
                      </a:r>
                      <a:endParaRPr kumimoji="1" lang="en-US" altLang="zh-CN" sz="24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rPr>
                        <a:t>T2 </a:t>
                      </a:r>
                      <a:endParaRPr kumimoji="1" lang="en-US" altLang="zh-CN" sz="24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257175">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rPr>
                        <a:t>t1 </a:t>
                      </a:r>
                      <a:endPar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读</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257175">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rPr>
                        <a:t>t2 </a:t>
                      </a:r>
                      <a:endPar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写</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252413">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rPr>
                        <a:t>t3</a:t>
                      </a:r>
                      <a:endPar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读</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noFill/>
                  </a:tcPr>
                </a:tc>
              </a:tr>
              <a:tr h="409575">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rPr>
                        <a:t>t4</a:t>
                      </a:r>
                      <a:endPar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读</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52413">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rPr>
                        <a:t>t5</a:t>
                      </a:r>
                      <a:endPar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写</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52413">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rPr>
                        <a:t>t6</a:t>
                      </a:r>
                      <a:endPar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写</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7825">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rPr>
                        <a:t>t7 </a:t>
                      </a:r>
                      <a:endPar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读</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r>
              <a:tr h="354013">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rPr>
                        <a:t>t8</a:t>
                      </a:r>
                      <a:endParaRPr kumimoji="1" lang="en-US" altLang="zh-CN" sz="24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写</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r>
            </a:tbl>
          </a:graphicData>
        </a:graphic>
      </p:graphicFrame>
      <p:graphicFrame>
        <p:nvGraphicFramePr>
          <p:cNvPr id="409648" name="Group 48"/>
          <p:cNvGraphicFramePr>
            <a:graphicFrameLocks noGrp="1"/>
          </p:cNvGraphicFramePr>
          <p:nvPr>
            <p:ph sz="quarter" idx="4294967295"/>
          </p:nvPr>
        </p:nvGraphicFramePr>
        <p:xfrm>
          <a:off x="5003800" y="2133600"/>
          <a:ext cx="3670300" cy="4114800"/>
        </p:xfrm>
        <a:graphic>
          <a:graphicData uri="http://schemas.openxmlformats.org/drawingml/2006/table">
            <a:tbl>
              <a:tblPr/>
              <a:tblGrid>
                <a:gridCol w="1071563"/>
                <a:gridCol w="1479550"/>
                <a:gridCol w="1119187"/>
              </a:tblGrid>
              <a:tr h="254000">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rPr>
                        <a:t>时间 </a:t>
                      </a:r>
                      <a:endParaRPr kumimoji="1" lang="zh-CN" altLang="en-US" sz="24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rPr>
                        <a:t>T</a:t>
                      </a:r>
                      <a:r>
                        <a:rPr kumimoji="1" lang="en-US" altLang="zh-CN" sz="2400" b="1" i="0" u="none" strike="noStrike" cap="none" normalizeH="0" baseline="-30000" smtClean="0">
                          <a:ln>
                            <a:noFill/>
                          </a:ln>
                          <a:solidFill>
                            <a:srgbClr val="FF0000"/>
                          </a:solidFill>
                          <a:effectLst/>
                          <a:latin typeface="Times New Roman" panose="02020603050405020304" pitchFamily="18" charset="0"/>
                          <a:ea typeface="宋体" panose="02010600030101010101" pitchFamily="2" charset="-122"/>
                        </a:rPr>
                        <a:t>1</a:t>
                      </a:r>
                      <a:r>
                        <a:rPr kumimoji="1" lang="en-US" altLang="zh-CN" sz="24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rPr>
                        <a:t> </a:t>
                      </a:r>
                      <a:endParaRPr kumimoji="1" lang="en-US" altLang="zh-CN" sz="24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rPr>
                        <a:t>T2 </a:t>
                      </a:r>
                      <a:endParaRPr kumimoji="1" lang="en-US" altLang="zh-CN" sz="24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254000">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rPr>
                        <a:t>t1 </a:t>
                      </a:r>
                      <a:endPar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读</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254000">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rPr>
                        <a:t>t2 </a:t>
                      </a:r>
                      <a:endPar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写</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252413">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rPr>
                        <a:t>t3</a:t>
                      </a:r>
                      <a:endPar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读</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noFill/>
                  </a:tcPr>
                </a:tc>
              </a:tr>
              <a:tr h="254000">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rPr>
                        <a:t>t4</a:t>
                      </a:r>
                      <a:endPar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写</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52413">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rPr>
                        <a:t>t5</a:t>
                      </a:r>
                      <a:endPar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读</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52413">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rPr>
                        <a:t>t6</a:t>
                      </a:r>
                      <a:endPar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写</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54000">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rPr>
                        <a:t>t7 </a:t>
                      </a:r>
                      <a:endParaRPr kumimoji="1" lang="en-US" altLang="zh-CN" sz="24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读</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r>
              <a:tr h="254000">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4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rPr>
                        <a:t>t8</a:t>
                      </a:r>
                      <a:endParaRPr kumimoji="1" lang="en-US" altLang="zh-CN" sz="24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写</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r>
            </a:tbl>
          </a:graphicData>
        </a:graphic>
      </p:graphicFrame>
      <mc:AlternateContent xmlns:mc="http://schemas.openxmlformats.org/markup-compatibility/2006" xmlns:p14="http://schemas.microsoft.com/office/powerpoint/2010/main">
        <mc:Choice Requires="p14">
          <p:contentPart r:id="rId1" p14:bwMode="auto">
            <p14:nvContentPartPr>
              <p14:cNvPr id="409690" name="Ink 90"/>
              <p14:cNvContentPartPr/>
              <p14:nvPr/>
            </p14:nvContentPartPr>
            <p14:xfrm>
              <a:off x="1835150" y="3860800"/>
              <a:ext cx="2351088" cy="1093788"/>
            </p14:xfrm>
          </p:contentPart>
        </mc:Choice>
        <mc:Fallback xmlns="">
          <p:pic>
            <p:nvPicPr>
              <p:cNvPr id="409690" name="Ink 90"/>
            </p:nvPicPr>
            <p:blipFill>
              <a:blip r:embed="rId2"/>
            </p:blipFill>
            <p:spPr>
              <a:xfrm>
                <a:off x="1835150" y="3860800"/>
                <a:ext cx="2351088" cy="1093788"/>
              </a:xfrm>
              <a:prstGeom prst="rect"/>
            </p:spPr>
          </p:pic>
        </mc:Fallback>
      </mc:AlternateContent>
      <p:sp>
        <p:nvSpPr>
          <p:cNvPr id="61530" name="AutoShape 91"/>
          <p:cNvSpPr/>
          <p:nvPr/>
        </p:nvSpPr>
        <p:spPr>
          <a:xfrm>
            <a:off x="4389438" y="4076700"/>
            <a:ext cx="431800" cy="576263"/>
          </a:xfrm>
          <a:prstGeom prst="rightArrow">
            <a:avLst>
              <a:gd name="adj1" fmla="val 50000"/>
              <a:gd name="adj2" fmla="val 25000"/>
            </a:avLst>
          </a:prstGeom>
          <a:solidFill>
            <a:schemeClr val="accent2"/>
          </a:solidFill>
          <a:ln w="9525" cap="flat" cmpd="sng">
            <a:solidFill>
              <a:srgbClr val="6600FF"/>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algn="ctr" eaLnBrk="1" hangingPunct="1">
              <a:spcBef>
                <a:spcPct val="0"/>
              </a:spcBef>
              <a:buClrTx/>
              <a:buFontTx/>
              <a:buNone/>
            </a:pPr>
            <a:endParaRPr lang="en-US" altLang="zh-CN" sz="1400" dirty="0">
              <a:solidFill>
                <a:schemeClr val="tx1"/>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62467"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11.5 </a:t>
            </a:r>
            <a:r>
              <a:rPr lang="zh-CN" altLang="en-US" dirty="0"/>
              <a:t>并发调度的可串行性</a:t>
            </a:r>
            <a:endParaRPr lang="zh-CN" altLang="en-US" dirty="0"/>
          </a:p>
        </p:txBody>
      </p:sp>
      <p:sp>
        <p:nvSpPr>
          <p:cNvPr id="62468" name="Rectangle 3"/>
          <p:cNvSpPr>
            <a:spLocks noGrp="1"/>
          </p:cNvSpPr>
          <p:nvPr>
            <p:ph idx="1"/>
          </p:nvPr>
        </p:nvSpPr>
        <p:spPr>
          <a:xfrm>
            <a:off x="228600" y="914400"/>
            <a:ext cx="8610600" cy="5683250"/>
          </a:xfrm>
          <a:ln/>
        </p:spPr>
        <p:txBody>
          <a:bodyPr vert="horz" wrap="square" lIns="91440" tIns="45720" rIns="91440" bIns="45720" anchor="t" anchorCtr="0"/>
          <a:p>
            <a:pPr eaLnBrk="1" hangingPunct="1">
              <a:lnSpc>
                <a:spcPct val="110000"/>
              </a:lnSpc>
            </a:pPr>
            <a:r>
              <a:rPr lang="zh-CN" altLang="en-US" sz="2800" dirty="0">
                <a:solidFill>
                  <a:schemeClr val="tx1"/>
                </a:solidFill>
              </a:rPr>
              <a:t>冲突可串行化调度是可串行化调度的</a:t>
            </a:r>
            <a:r>
              <a:rPr lang="zh-CN" altLang="en-US" sz="2800" dirty="0">
                <a:solidFill>
                  <a:schemeClr val="accent2"/>
                </a:solidFill>
              </a:rPr>
              <a:t>充分条件</a:t>
            </a:r>
            <a:r>
              <a:rPr lang="zh-CN" altLang="en-US" sz="2800" dirty="0">
                <a:solidFill>
                  <a:schemeClr val="tx1"/>
                </a:solidFill>
              </a:rPr>
              <a:t>，不是必要条件。还有不满足冲突可串行化条件的可串行化调度。</a:t>
            </a:r>
            <a:endParaRPr lang="zh-CN" altLang="en-US" sz="2800" dirty="0">
              <a:solidFill>
                <a:schemeClr val="tx1"/>
              </a:solidFill>
            </a:endParaRPr>
          </a:p>
          <a:p>
            <a:pPr eaLnBrk="1" hangingPunct="1">
              <a:lnSpc>
                <a:spcPct val="110000"/>
              </a:lnSpc>
              <a:buNone/>
            </a:pPr>
            <a:r>
              <a:rPr lang="zh-CN" altLang="en-US" sz="2800" dirty="0">
                <a:solidFill>
                  <a:schemeClr val="tx1"/>
                </a:solidFill>
              </a:rPr>
              <a:t> </a:t>
            </a:r>
            <a:r>
              <a:rPr lang="en-US" altLang="zh-CN" sz="2800" dirty="0">
                <a:solidFill>
                  <a:schemeClr val="tx1"/>
                </a:solidFill>
              </a:rPr>
              <a:t>[</a:t>
            </a:r>
            <a:r>
              <a:rPr lang="zh-CN" altLang="en-US" sz="2800" dirty="0">
                <a:solidFill>
                  <a:schemeClr val="tx1"/>
                </a:solidFill>
              </a:rPr>
              <a:t>例</a:t>
            </a:r>
            <a:r>
              <a:rPr lang="en-US" altLang="zh-CN" sz="2800" dirty="0">
                <a:solidFill>
                  <a:schemeClr val="tx1"/>
                </a:solidFill>
              </a:rPr>
              <a:t>]</a:t>
            </a:r>
            <a:r>
              <a:rPr lang="zh-CN" altLang="en-US" sz="2800" dirty="0">
                <a:solidFill>
                  <a:schemeClr val="tx1"/>
                </a:solidFill>
              </a:rPr>
              <a:t>有</a:t>
            </a:r>
            <a:r>
              <a:rPr lang="en-US" altLang="zh-CN" sz="2800" dirty="0">
                <a:solidFill>
                  <a:schemeClr val="tx1"/>
                </a:solidFill>
              </a:rPr>
              <a:t>3</a:t>
            </a:r>
            <a:r>
              <a:rPr lang="zh-CN" altLang="en-US" sz="2800" dirty="0">
                <a:solidFill>
                  <a:schemeClr val="tx1"/>
                </a:solidFill>
              </a:rPr>
              <a:t>个事务</a:t>
            </a:r>
            <a:endParaRPr lang="zh-CN" altLang="en-US" sz="2800" dirty="0">
              <a:solidFill>
                <a:schemeClr val="tx1"/>
              </a:solidFill>
            </a:endParaRPr>
          </a:p>
          <a:p>
            <a:pPr eaLnBrk="1" hangingPunct="1">
              <a:lnSpc>
                <a:spcPct val="110000"/>
              </a:lnSpc>
              <a:buNone/>
            </a:pPr>
            <a:r>
              <a:rPr lang="zh-CN" altLang="en-US" sz="2800" dirty="0">
                <a:solidFill>
                  <a:schemeClr val="tx1"/>
                </a:solidFill>
              </a:rPr>
              <a:t>       </a:t>
            </a:r>
            <a:r>
              <a:rPr lang="en-US" altLang="zh-CN" sz="2800" dirty="0">
                <a:solidFill>
                  <a:schemeClr val="tx1"/>
                </a:solidFill>
              </a:rPr>
              <a:t>T1=W1(Y)W1(X)</a:t>
            </a:r>
            <a:r>
              <a:rPr lang="zh-CN" altLang="en-US" sz="2800" dirty="0">
                <a:solidFill>
                  <a:schemeClr val="tx1"/>
                </a:solidFill>
              </a:rPr>
              <a:t>，</a:t>
            </a:r>
            <a:r>
              <a:rPr lang="en-US" altLang="zh-CN" sz="2800" dirty="0">
                <a:solidFill>
                  <a:schemeClr val="tx1"/>
                </a:solidFill>
              </a:rPr>
              <a:t>T2=W2(Y)W2(X)</a:t>
            </a:r>
            <a:r>
              <a:rPr lang="zh-CN" altLang="en-US" sz="2800" dirty="0">
                <a:solidFill>
                  <a:schemeClr val="tx1"/>
                </a:solidFill>
              </a:rPr>
              <a:t>，</a:t>
            </a:r>
            <a:r>
              <a:rPr lang="en-US" altLang="zh-CN" sz="2800" dirty="0">
                <a:solidFill>
                  <a:schemeClr val="tx1"/>
                </a:solidFill>
              </a:rPr>
              <a:t>T3=W3(X)</a:t>
            </a:r>
            <a:endParaRPr lang="en-US" altLang="zh-CN" sz="2800" dirty="0">
              <a:solidFill>
                <a:schemeClr val="tx1"/>
              </a:solidFill>
            </a:endParaRPr>
          </a:p>
          <a:p>
            <a:pPr eaLnBrk="1" hangingPunct="1">
              <a:lnSpc>
                <a:spcPct val="110000"/>
              </a:lnSpc>
            </a:pPr>
            <a:r>
              <a:rPr lang="zh-CN" altLang="en-US" sz="2800" dirty="0">
                <a:solidFill>
                  <a:schemeClr val="tx1"/>
                </a:solidFill>
              </a:rPr>
              <a:t>调度</a:t>
            </a:r>
            <a:r>
              <a:rPr lang="en-US" altLang="zh-CN" sz="2800" dirty="0">
                <a:solidFill>
                  <a:schemeClr val="tx1"/>
                </a:solidFill>
              </a:rPr>
              <a:t>L1=</a:t>
            </a:r>
            <a:r>
              <a:rPr lang="en-US" altLang="zh-CN" sz="2800" dirty="0">
                <a:solidFill>
                  <a:schemeClr val="accent2"/>
                </a:solidFill>
              </a:rPr>
              <a:t>W1(Y)W1(X)</a:t>
            </a:r>
            <a:r>
              <a:rPr lang="en-US" altLang="zh-CN" sz="2800" dirty="0">
                <a:solidFill>
                  <a:srgbClr val="FF0000"/>
                </a:solidFill>
              </a:rPr>
              <a:t>W2(Y)W2(X)</a:t>
            </a:r>
            <a:r>
              <a:rPr lang="en-US" altLang="zh-CN" sz="2800" dirty="0">
                <a:solidFill>
                  <a:schemeClr val="tx1"/>
                </a:solidFill>
              </a:rPr>
              <a:t> </a:t>
            </a:r>
            <a:r>
              <a:rPr lang="en-US" altLang="zh-CN" sz="2800" dirty="0">
                <a:solidFill>
                  <a:srgbClr val="278E1C"/>
                </a:solidFill>
              </a:rPr>
              <a:t>W3(X)</a:t>
            </a:r>
            <a:r>
              <a:rPr lang="zh-CN" altLang="en-US" sz="2800" dirty="0">
                <a:solidFill>
                  <a:schemeClr val="tx1"/>
                </a:solidFill>
              </a:rPr>
              <a:t>是一个串行调度。</a:t>
            </a:r>
            <a:endParaRPr lang="zh-CN" altLang="en-US" sz="2800" dirty="0">
              <a:solidFill>
                <a:schemeClr val="tx1"/>
              </a:solidFill>
            </a:endParaRPr>
          </a:p>
          <a:p>
            <a:pPr eaLnBrk="1" hangingPunct="1">
              <a:lnSpc>
                <a:spcPct val="110000"/>
              </a:lnSpc>
            </a:pPr>
            <a:r>
              <a:rPr lang="zh-CN" altLang="en-US" sz="2800" dirty="0">
                <a:solidFill>
                  <a:schemeClr val="tx1"/>
                </a:solidFill>
              </a:rPr>
              <a:t>调度</a:t>
            </a:r>
            <a:r>
              <a:rPr lang="en-US" altLang="zh-CN" sz="2800" dirty="0">
                <a:solidFill>
                  <a:schemeClr val="tx1"/>
                </a:solidFill>
              </a:rPr>
              <a:t>L2=W1(Y)W2(Y)W2(X)W1(X)W3(X)</a:t>
            </a:r>
            <a:r>
              <a:rPr lang="zh-CN" altLang="en-US" sz="2800" dirty="0">
                <a:solidFill>
                  <a:schemeClr val="tx1"/>
                </a:solidFill>
              </a:rPr>
              <a:t>不满足冲突可串行化。但是调度</a:t>
            </a:r>
            <a:r>
              <a:rPr lang="en-US" altLang="zh-CN" sz="2800" dirty="0">
                <a:solidFill>
                  <a:schemeClr val="tx1"/>
                </a:solidFill>
              </a:rPr>
              <a:t>L2</a:t>
            </a:r>
            <a:r>
              <a:rPr lang="zh-CN" altLang="en-US" sz="2800" dirty="0">
                <a:solidFill>
                  <a:schemeClr val="tx1"/>
                </a:solidFill>
              </a:rPr>
              <a:t>是可串行化的，因为</a:t>
            </a:r>
            <a:r>
              <a:rPr lang="en-US" altLang="zh-CN" sz="2800" dirty="0">
                <a:solidFill>
                  <a:schemeClr val="tx1"/>
                </a:solidFill>
              </a:rPr>
              <a:t>L2</a:t>
            </a:r>
            <a:r>
              <a:rPr lang="zh-CN" altLang="en-US" sz="2800" dirty="0">
                <a:solidFill>
                  <a:schemeClr val="tx1"/>
                </a:solidFill>
              </a:rPr>
              <a:t>执行的结果与调度</a:t>
            </a:r>
            <a:r>
              <a:rPr lang="en-US" altLang="zh-CN" sz="2800" dirty="0">
                <a:solidFill>
                  <a:schemeClr val="tx1"/>
                </a:solidFill>
              </a:rPr>
              <a:t>L1</a:t>
            </a:r>
            <a:r>
              <a:rPr lang="zh-CN" altLang="en-US" sz="2800" dirty="0">
                <a:solidFill>
                  <a:schemeClr val="tx1"/>
                </a:solidFill>
              </a:rPr>
              <a:t>相同，</a:t>
            </a:r>
            <a:r>
              <a:rPr lang="en-US" altLang="zh-CN" sz="2800" dirty="0">
                <a:solidFill>
                  <a:schemeClr val="tx1"/>
                </a:solidFill>
              </a:rPr>
              <a:t>Y</a:t>
            </a:r>
            <a:r>
              <a:rPr lang="zh-CN" altLang="en-US" sz="2800" dirty="0">
                <a:solidFill>
                  <a:schemeClr val="tx1"/>
                </a:solidFill>
              </a:rPr>
              <a:t>的值都等于</a:t>
            </a:r>
            <a:r>
              <a:rPr lang="en-US" altLang="zh-CN" sz="2800" dirty="0">
                <a:solidFill>
                  <a:schemeClr val="tx1"/>
                </a:solidFill>
              </a:rPr>
              <a:t>T2</a:t>
            </a:r>
            <a:r>
              <a:rPr lang="zh-CN" altLang="en-US" sz="2800" dirty="0">
                <a:solidFill>
                  <a:schemeClr val="tx1"/>
                </a:solidFill>
              </a:rPr>
              <a:t>的值，</a:t>
            </a:r>
            <a:r>
              <a:rPr lang="en-US" altLang="zh-CN" sz="2800" dirty="0">
                <a:solidFill>
                  <a:schemeClr val="tx1"/>
                </a:solidFill>
              </a:rPr>
              <a:t>X</a:t>
            </a:r>
            <a:r>
              <a:rPr lang="zh-CN" altLang="en-US" sz="2800" dirty="0">
                <a:solidFill>
                  <a:schemeClr val="tx1"/>
                </a:solidFill>
              </a:rPr>
              <a:t>的值都等于</a:t>
            </a:r>
            <a:r>
              <a:rPr lang="en-US" altLang="zh-CN" sz="2800" dirty="0">
                <a:solidFill>
                  <a:schemeClr val="tx1"/>
                </a:solidFill>
              </a:rPr>
              <a:t>T3</a:t>
            </a:r>
            <a:r>
              <a:rPr lang="zh-CN" altLang="en-US" sz="2800" dirty="0">
                <a:solidFill>
                  <a:schemeClr val="tx1"/>
                </a:solidFill>
              </a:rPr>
              <a:t>的值 </a:t>
            </a:r>
            <a:endParaRPr lang="zh-CN" altLang="en-US" sz="2800" dirty="0">
              <a:solidFill>
                <a:schemeClr val="tx1"/>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63491" name="Rectangle 2"/>
          <p:cNvSpPr/>
          <p:nvPr/>
        </p:nvSpPr>
        <p:spPr>
          <a:xfrm>
            <a:off x="558800" y="4051300"/>
            <a:ext cx="7912100" cy="609600"/>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algn="ctr" eaLnBrk="1" hangingPunct="1">
              <a:spcBef>
                <a:spcPct val="0"/>
              </a:spcBef>
              <a:buClrTx/>
              <a:buFontTx/>
              <a:buNone/>
            </a:pPr>
            <a:endParaRPr lang="en-US" altLang="zh-CN" sz="1400" dirty="0">
              <a:solidFill>
                <a:schemeClr val="tx1"/>
              </a:solidFill>
            </a:endParaRPr>
          </a:p>
        </p:txBody>
      </p:sp>
      <p:sp>
        <p:nvSpPr>
          <p:cNvPr id="63492" name="Rectangle 3"/>
          <p:cNvSpPr>
            <a:spLocks noGrp="1"/>
          </p:cNvSpPr>
          <p:nvPr>
            <p:ph idx="1"/>
          </p:nvPr>
        </p:nvSpPr>
        <p:spPr>
          <a:xfrm>
            <a:off x="762000" y="1143000"/>
            <a:ext cx="7696200" cy="5257800"/>
          </a:xfrm>
          <a:ln/>
        </p:spPr>
        <p:txBody>
          <a:bodyPr vert="horz" wrap="square" lIns="91440" tIns="45720" rIns="91440" bIns="45720" anchor="t" anchorCtr="0"/>
          <a:p>
            <a:pPr algn="just" eaLnBrk="1" hangingPunct="1">
              <a:buNone/>
            </a:pPr>
            <a:r>
              <a:rPr lang="en-US" altLang="zh-CN" dirty="0">
                <a:solidFill>
                  <a:schemeClr val="tx1"/>
                </a:solidFill>
              </a:rPr>
              <a:t>11.1  </a:t>
            </a:r>
            <a:r>
              <a:rPr lang="zh-CN" altLang="en-US" dirty="0">
                <a:solidFill>
                  <a:schemeClr val="tx1"/>
                </a:solidFill>
              </a:rPr>
              <a:t>并发控制概述</a:t>
            </a:r>
            <a:endParaRPr lang="zh-CN" altLang="en-US" dirty="0">
              <a:solidFill>
                <a:schemeClr val="tx1"/>
              </a:solidFill>
            </a:endParaRPr>
          </a:p>
          <a:p>
            <a:pPr algn="just" eaLnBrk="1" hangingPunct="1">
              <a:buNone/>
            </a:pPr>
            <a:r>
              <a:rPr lang="en-US" altLang="zh-CN" dirty="0">
                <a:solidFill>
                  <a:schemeClr val="tx1"/>
                </a:solidFill>
              </a:rPr>
              <a:t>11.2  </a:t>
            </a:r>
            <a:r>
              <a:rPr lang="zh-CN" altLang="en-US" dirty="0">
                <a:solidFill>
                  <a:schemeClr val="tx1"/>
                </a:solidFill>
              </a:rPr>
              <a:t>封锁</a:t>
            </a:r>
            <a:endParaRPr lang="zh-CN" altLang="en-US" dirty="0">
              <a:solidFill>
                <a:schemeClr val="tx1"/>
              </a:solidFill>
            </a:endParaRPr>
          </a:p>
          <a:p>
            <a:pPr algn="just" eaLnBrk="1" hangingPunct="1">
              <a:buNone/>
            </a:pPr>
            <a:r>
              <a:rPr lang="en-US" altLang="zh-CN" dirty="0">
                <a:solidFill>
                  <a:schemeClr val="tx1"/>
                </a:solidFill>
              </a:rPr>
              <a:t>11.3  </a:t>
            </a:r>
            <a:r>
              <a:rPr lang="zh-CN" altLang="en-US" dirty="0">
                <a:solidFill>
                  <a:schemeClr val="tx1"/>
                </a:solidFill>
              </a:rPr>
              <a:t>封锁协议</a:t>
            </a:r>
            <a:endParaRPr lang="zh-CN" altLang="en-US" dirty="0">
              <a:solidFill>
                <a:schemeClr val="tx1"/>
              </a:solidFill>
            </a:endParaRPr>
          </a:p>
          <a:p>
            <a:pPr algn="just" eaLnBrk="1" hangingPunct="1">
              <a:buNone/>
            </a:pPr>
            <a:r>
              <a:rPr lang="en-US" altLang="zh-CN" dirty="0">
                <a:solidFill>
                  <a:schemeClr val="tx1"/>
                </a:solidFill>
              </a:rPr>
              <a:t>11.4  </a:t>
            </a:r>
            <a:r>
              <a:rPr lang="zh-CN" altLang="en-US" dirty="0">
                <a:solidFill>
                  <a:schemeClr val="tx1"/>
                </a:solidFill>
              </a:rPr>
              <a:t>活锁和死锁</a:t>
            </a:r>
            <a:endParaRPr lang="zh-CN" altLang="en-US" dirty="0">
              <a:solidFill>
                <a:schemeClr val="tx1"/>
              </a:solidFill>
            </a:endParaRPr>
          </a:p>
          <a:p>
            <a:pPr algn="just" eaLnBrk="1" hangingPunct="1">
              <a:buNone/>
            </a:pPr>
            <a:r>
              <a:rPr lang="en-US" altLang="zh-CN" dirty="0">
                <a:solidFill>
                  <a:schemeClr val="tx1"/>
                </a:solidFill>
              </a:rPr>
              <a:t>11.5  </a:t>
            </a:r>
            <a:r>
              <a:rPr lang="zh-CN" altLang="en-US" dirty="0">
                <a:solidFill>
                  <a:schemeClr val="tx1"/>
                </a:solidFill>
              </a:rPr>
              <a:t>并发调度的可串行性</a:t>
            </a:r>
            <a:endParaRPr lang="zh-CN" altLang="en-US" dirty="0">
              <a:solidFill>
                <a:schemeClr val="tx1"/>
              </a:solidFill>
            </a:endParaRPr>
          </a:p>
          <a:p>
            <a:pPr algn="just" eaLnBrk="1" hangingPunct="1">
              <a:buNone/>
            </a:pPr>
            <a:r>
              <a:rPr lang="en-US" altLang="zh-CN" dirty="0">
                <a:solidFill>
                  <a:schemeClr val="bg1"/>
                </a:solidFill>
              </a:rPr>
              <a:t>11.6  </a:t>
            </a:r>
            <a:r>
              <a:rPr lang="zh-CN" altLang="en-US" dirty="0">
                <a:solidFill>
                  <a:schemeClr val="bg1"/>
                </a:solidFill>
              </a:rPr>
              <a:t>两段锁协议</a:t>
            </a:r>
            <a:endParaRPr lang="zh-CN" altLang="en-US" dirty="0">
              <a:solidFill>
                <a:schemeClr val="bg1"/>
              </a:solidFill>
            </a:endParaRPr>
          </a:p>
          <a:p>
            <a:pPr algn="just" eaLnBrk="1" hangingPunct="1">
              <a:buNone/>
            </a:pPr>
            <a:r>
              <a:rPr lang="en-US" altLang="zh-CN" dirty="0">
                <a:solidFill>
                  <a:schemeClr val="tx1"/>
                </a:solidFill>
              </a:rPr>
              <a:t>11.7  </a:t>
            </a:r>
            <a:r>
              <a:rPr lang="zh-CN" altLang="en-US" dirty="0">
                <a:solidFill>
                  <a:schemeClr val="tx1"/>
                </a:solidFill>
              </a:rPr>
              <a:t>封锁的粒度</a:t>
            </a:r>
            <a:endParaRPr lang="zh-CN" altLang="en-US" dirty="0">
              <a:solidFill>
                <a:schemeClr val="tx1"/>
              </a:solidFill>
            </a:endParaRPr>
          </a:p>
          <a:p>
            <a:pPr algn="just" eaLnBrk="1" hangingPunct="1">
              <a:buNone/>
            </a:pPr>
            <a:r>
              <a:rPr lang="en-US" altLang="zh-CN" dirty="0">
                <a:solidFill>
                  <a:schemeClr val="tx1"/>
                </a:solidFill>
              </a:rPr>
              <a:t>11.8  SQL Server</a:t>
            </a:r>
            <a:r>
              <a:rPr lang="zh-CN" altLang="en-US" dirty="0">
                <a:solidFill>
                  <a:schemeClr val="tx1"/>
                </a:solidFill>
              </a:rPr>
              <a:t>的并发控制</a:t>
            </a:r>
            <a:endParaRPr lang="zh-CN" altLang="en-US" dirty="0">
              <a:solidFill>
                <a:schemeClr val="tx1"/>
              </a:solidFill>
            </a:endParaRPr>
          </a:p>
          <a:p>
            <a:pPr algn="just" eaLnBrk="1" hangingPunct="1">
              <a:buNone/>
            </a:pPr>
            <a:r>
              <a:rPr lang="en-US" altLang="zh-CN" dirty="0">
                <a:solidFill>
                  <a:schemeClr val="tx1"/>
                </a:solidFill>
              </a:rPr>
              <a:t>11.9  </a:t>
            </a:r>
            <a:r>
              <a:rPr lang="zh-CN" altLang="en-US" dirty="0">
                <a:solidFill>
                  <a:schemeClr val="tx1"/>
                </a:solidFill>
              </a:rPr>
              <a:t>小结</a:t>
            </a:r>
            <a:endParaRPr lang="zh-CN" altLang="en-US" dirty="0">
              <a:solidFill>
                <a:schemeClr val="tx1"/>
              </a:solidFill>
            </a:endParaRPr>
          </a:p>
        </p:txBody>
      </p:sp>
      <p:sp>
        <p:nvSpPr>
          <p:cNvPr id="63493" name="Rectangle 4"/>
          <p:cNvSpPr>
            <a:spLocks noGrp="1"/>
          </p:cNvSpPr>
          <p:nvPr>
            <p:ph type="title"/>
          </p:nvPr>
        </p:nvSpPr>
        <p:spPr>
          <a:xfrm>
            <a:off x="685800" y="152400"/>
            <a:ext cx="7772400" cy="828675"/>
          </a:xfrm>
          <a:ln/>
        </p:spPr>
        <p:txBody>
          <a:bodyPr vert="horz" wrap="square" lIns="91440" tIns="45720" rIns="91440" bIns="45720" anchor="ctr" anchorCtr="0"/>
          <a:p>
            <a:pPr eaLnBrk="1" hangingPunct="1"/>
            <a:r>
              <a:rPr lang="zh-CN" altLang="en-US" dirty="0"/>
              <a:t>第</a:t>
            </a:r>
            <a:r>
              <a:rPr lang="en-US" altLang="zh-CN" dirty="0"/>
              <a:t>11</a:t>
            </a:r>
            <a:r>
              <a:rPr lang="zh-CN" altLang="en-US" dirty="0"/>
              <a:t>章 并发控制</a:t>
            </a:r>
            <a:endParaRPr lang="zh-CN" alt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64515"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11.6 </a:t>
            </a:r>
            <a:r>
              <a:rPr lang="zh-CN" altLang="en-US" dirty="0"/>
              <a:t>两段锁协议</a:t>
            </a:r>
            <a:endParaRPr lang="zh-CN" altLang="en-US" dirty="0"/>
          </a:p>
        </p:txBody>
      </p:sp>
      <p:sp>
        <p:nvSpPr>
          <p:cNvPr id="64516" name="Rectangle 3"/>
          <p:cNvSpPr>
            <a:spLocks noGrp="1"/>
          </p:cNvSpPr>
          <p:nvPr>
            <p:ph idx="1"/>
          </p:nvPr>
        </p:nvSpPr>
        <p:spPr>
          <a:xfrm>
            <a:off x="304800" y="1066800"/>
            <a:ext cx="8610600" cy="4724400"/>
          </a:xfrm>
          <a:ln/>
        </p:spPr>
        <p:txBody>
          <a:bodyPr vert="horz" wrap="square" lIns="91440" tIns="45720" rIns="91440" bIns="45720" anchor="t" anchorCtr="0"/>
          <a:p>
            <a:pPr eaLnBrk="1" hangingPunct="1"/>
            <a:r>
              <a:rPr lang="zh-CN" altLang="en-US" dirty="0"/>
              <a:t>两段锁协议的内容</a:t>
            </a:r>
            <a:endParaRPr lang="zh-CN" altLang="en-US" dirty="0"/>
          </a:p>
          <a:p>
            <a:pPr lvl="1" eaLnBrk="1" hangingPunct="1">
              <a:lnSpc>
                <a:spcPct val="140000"/>
              </a:lnSpc>
              <a:buNone/>
            </a:pPr>
            <a:r>
              <a:rPr lang="en-US" altLang="zh-CN" sz="3200" dirty="0"/>
              <a:t>1. </a:t>
            </a:r>
            <a:r>
              <a:rPr lang="zh-CN" altLang="en-US" sz="3200" dirty="0"/>
              <a:t>在对任何数据进行读、写操作之前，事务首先要获得对该数据的封锁；</a:t>
            </a:r>
            <a:endParaRPr lang="zh-CN" altLang="en-US" sz="3200" dirty="0"/>
          </a:p>
          <a:p>
            <a:pPr lvl="1" eaLnBrk="1" hangingPunct="1">
              <a:lnSpc>
                <a:spcPct val="140000"/>
              </a:lnSpc>
              <a:buNone/>
            </a:pPr>
            <a:r>
              <a:rPr lang="en-US" altLang="zh-CN" sz="3200" dirty="0"/>
              <a:t>2. </a:t>
            </a:r>
            <a:r>
              <a:rPr lang="zh-CN" altLang="en-US" sz="3200" dirty="0"/>
              <a:t>在释放一个封锁之后，事务不再获得任何其他封锁。</a:t>
            </a:r>
            <a:endParaRPr lang="zh-CN" altLang="en-US" sz="3200" dirty="0"/>
          </a:p>
          <a:p>
            <a:pPr eaLnBrk="1" hangingPunct="1">
              <a:lnSpc>
                <a:spcPct val="110000"/>
              </a:lnSpc>
            </a:pPr>
            <a:endParaRPr lang="zh-CN" altLang="en-US" sz="3600" dirty="0">
              <a:solidFill>
                <a:schemeClr val="tx1"/>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65539"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11.6 </a:t>
            </a:r>
            <a:r>
              <a:rPr lang="zh-CN" altLang="en-US" dirty="0"/>
              <a:t>两段锁协议</a:t>
            </a:r>
            <a:endParaRPr lang="zh-CN" altLang="en-US" dirty="0"/>
          </a:p>
        </p:txBody>
      </p:sp>
      <p:sp>
        <p:nvSpPr>
          <p:cNvPr id="65540" name="Rectangle 3"/>
          <p:cNvSpPr>
            <a:spLocks noGrp="1"/>
          </p:cNvSpPr>
          <p:nvPr>
            <p:ph idx="1"/>
          </p:nvPr>
        </p:nvSpPr>
        <p:spPr>
          <a:xfrm>
            <a:off x="304800" y="1066800"/>
            <a:ext cx="8610600" cy="4724400"/>
          </a:xfrm>
          <a:ln/>
        </p:spPr>
        <p:txBody>
          <a:bodyPr vert="horz" wrap="square" lIns="91440" tIns="45720" rIns="91440" bIns="45720" anchor="t" anchorCtr="0"/>
          <a:p>
            <a:pPr eaLnBrk="1" hangingPunct="1"/>
            <a:r>
              <a:rPr lang="en-US" altLang="zh-CN" sz="3600" dirty="0"/>
              <a:t>“</a:t>
            </a:r>
            <a:r>
              <a:rPr lang="zh-CN" altLang="en-US" sz="3600" dirty="0"/>
              <a:t>两段”锁的含义</a:t>
            </a:r>
            <a:endParaRPr lang="zh-CN" altLang="en-US" sz="3600" dirty="0"/>
          </a:p>
          <a:p>
            <a:pPr lvl="1" eaLnBrk="1" hangingPunct="1">
              <a:lnSpc>
                <a:spcPct val="160000"/>
              </a:lnSpc>
            </a:pPr>
            <a:r>
              <a:rPr lang="zh-CN" altLang="en-US" dirty="0"/>
              <a:t>事务分为两个阶段</a:t>
            </a:r>
            <a:endParaRPr lang="zh-CN" altLang="en-US" dirty="0"/>
          </a:p>
          <a:p>
            <a:pPr lvl="2" eaLnBrk="1" hangingPunct="1">
              <a:lnSpc>
                <a:spcPct val="160000"/>
              </a:lnSpc>
            </a:pPr>
            <a:r>
              <a:rPr lang="zh-CN" altLang="en-US" dirty="0"/>
              <a:t> </a:t>
            </a:r>
            <a:r>
              <a:rPr lang="zh-CN" altLang="en-US" sz="2800" dirty="0"/>
              <a:t>第一阶段是获得封锁，也称为扩展阶段；</a:t>
            </a:r>
            <a:endParaRPr lang="zh-CN" altLang="en-US" sz="2800" dirty="0"/>
          </a:p>
          <a:p>
            <a:pPr lvl="2" eaLnBrk="1" hangingPunct="1">
              <a:lnSpc>
                <a:spcPct val="160000"/>
              </a:lnSpc>
            </a:pPr>
            <a:r>
              <a:rPr lang="zh-CN" altLang="en-US" sz="2800" dirty="0"/>
              <a:t> 第二阶段是释放封锁，也称为收缩阶段。</a:t>
            </a:r>
            <a:endParaRPr lang="zh-CN" altLang="en-US" sz="2800" dirty="0"/>
          </a:p>
          <a:p>
            <a:pPr eaLnBrk="1" hangingPunct="1">
              <a:lnSpc>
                <a:spcPct val="110000"/>
              </a:lnSpc>
            </a:pPr>
            <a:endParaRPr lang="zh-CN" altLang="en-US" sz="3600" dirty="0">
              <a:solidFill>
                <a:schemeClr val="tx1"/>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66563"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11.6 </a:t>
            </a:r>
            <a:r>
              <a:rPr lang="zh-CN" altLang="en-US" dirty="0"/>
              <a:t>两段锁协议</a:t>
            </a:r>
            <a:endParaRPr lang="zh-CN" altLang="en-US" dirty="0"/>
          </a:p>
        </p:txBody>
      </p:sp>
      <p:sp>
        <p:nvSpPr>
          <p:cNvPr id="66564" name="Rectangle 3"/>
          <p:cNvSpPr>
            <a:spLocks noGrp="1"/>
          </p:cNvSpPr>
          <p:nvPr>
            <p:ph idx="1"/>
          </p:nvPr>
        </p:nvSpPr>
        <p:spPr>
          <a:xfrm>
            <a:off x="304800" y="1066800"/>
            <a:ext cx="8610600" cy="4724400"/>
          </a:xfrm>
          <a:ln/>
        </p:spPr>
        <p:txBody>
          <a:bodyPr vert="horz" wrap="square" lIns="91440" tIns="45720" rIns="91440" bIns="45720" anchor="t" anchorCtr="0"/>
          <a:p>
            <a:pPr eaLnBrk="1" hangingPunct="1">
              <a:buNone/>
            </a:pPr>
            <a:r>
              <a:rPr lang="zh-CN" altLang="en-US" sz="2800" dirty="0">
                <a:solidFill>
                  <a:schemeClr val="tx1"/>
                </a:solidFill>
              </a:rPr>
              <a:t>例：</a:t>
            </a:r>
            <a:endParaRPr lang="zh-CN" altLang="en-US" sz="2800" dirty="0">
              <a:solidFill>
                <a:schemeClr val="tx1"/>
              </a:solidFill>
            </a:endParaRPr>
          </a:p>
          <a:p>
            <a:pPr eaLnBrk="1" hangingPunct="1">
              <a:buNone/>
            </a:pPr>
            <a:r>
              <a:rPr lang="zh-CN" altLang="en-US" sz="2800" dirty="0">
                <a:solidFill>
                  <a:schemeClr val="tx1"/>
                </a:solidFill>
              </a:rPr>
              <a:t>事务</a:t>
            </a:r>
            <a:r>
              <a:rPr lang="en-US" altLang="zh-CN" sz="2800" dirty="0">
                <a:solidFill>
                  <a:schemeClr val="tx1"/>
                </a:solidFill>
              </a:rPr>
              <a:t>1</a:t>
            </a:r>
            <a:r>
              <a:rPr lang="zh-CN" altLang="en-US" sz="2800" dirty="0">
                <a:solidFill>
                  <a:schemeClr val="tx1"/>
                </a:solidFill>
              </a:rPr>
              <a:t>的封锁序列：</a:t>
            </a:r>
            <a:endParaRPr lang="zh-CN" altLang="en-US" sz="2800" dirty="0">
              <a:solidFill>
                <a:schemeClr val="tx1"/>
              </a:solidFill>
            </a:endParaRPr>
          </a:p>
          <a:p>
            <a:pPr eaLnBrk="1" hangingPunct="1">
              <a:buNone/>
            </a:pPr>
            <a:r>
              <a:rPr lang="en-US" altLang="zh-CN" sz="2400" dirty="0">
                <a:solidFill>
                  <a:schemeClr val="tx1"/>
                </a:solidFill>
              </a:rPr>
              <a:t>Slock A  Slock B  Xlock C  Unlock B  Unlock A  Unlock C</a:t>
            </a:r>
            <a:r>
              <a:rPr lang="zh-CN" altLang="en-US" sz="2400" dirty="0">
                <a:solidFill>
                  <a:schemeClr val="tx1"/>
                </a:solidFill>
              </a:rPr>
              <a:t>；</a:t>
            </a:r>
            <a:endParaRPr lang="zh-CN" altLang="en-US" sz="2800" dirty="0">
              <a:solidFill>
                <a:schemeClr val="tx1"/>
              </a:solidFill>
            </a:endParaRPr>
          </a:p>
          <a:p>
            <a:pPr eaLnBrk="1" hangingPunct="1">
              <a:buNone/>
            </a:pPr>
            <a:endParaRPr lang="zh-CN" altLang="en-US" sz="2800" dirty="0">
              <a:solidFill>
                <a:schemeClr val="tx1"/>
              </a:solidFill>
            </a:endParaRPr>
          </a:p>
          <a:p>
            <a:pPr eaLnBrk="1" hangingPunct="1">
              <a:buNone/>
            </a:pPr>
            <a:r>
              <a:rPr lang="zh-CN" altLang="en-US" sz="2800" dirty="0">
                <a:solidFill>
                  <a:schemeClr val="tx1"/>
                </a:solidFill>
              </a:rPr>
              <a:t>事务</a:t>
            </a:r>
            <a:r>
              <a:rPr lang="en-US" altLang="zh-CN" sz="2800" dirty="0">
                <a:solidFill>
                  <a:schemeClr val="tx1"/>
                </a:solidFill>
              </a:rPr>
              <a:t>2</a:t>
            </a:r>
            <a:r>
              <a:rPr lang="zh-CN" altLang="en-US" sz="2800" dirty="0">
                <a:solidFill>
                  <a:schemeClr val="tx1"/>
                </a:solidFill>
              </a:rPr>
              <a:t>的封锁序列：</a:t>
            </a:r>
            <a:endParaRPr lang="zh-CN" altLang="en-US" sz="2800" dirty="0">
              <a:solidFill>
                <a:schemeClr val="tx1"/>
              </a:solidFill>
            </a:endParaRPr>
          </a:p>
          <a:p>
            <a:pPr eaLnBrk="1" hangingPunct="1">
              <a:buNone/>
            </a:pPr>
            <a:r>
              <a:rPr lang="en-US" altLang="zh-CN" sz="2400" dirty="0">
                <a:solidFill>
                  <a:schemeClr val="tx1"/>
                </a:solidFill>
              </a:rPr>
              <a:t>Slock A  Unlock A  Slock B  Xlock C  Unlock C Unlock B</a:t>
            </a:r>
            <a:r>
              <a:rPr lang="zh-CN" altLang="en-US" sz="2400" dirty="0">
                <a:solidFill>
                  <a:schemeClr val="tx1"/>
                </a:solidFill>
              </a:rPr>
              <a:t>；</a:t>
            </a:r>
            <a:endParaRPr lang="zh-CN" altLang="en-US" sz="2400" dirty="0">
              <a:solidFill>
                <a:schemeClr val="tx1"/>
              </a:solidFill>
            </a:endParaRPr>
          </a:p>
          <a:p>
            <a:pPr eaLnBrk="1" hangingPunct="1">
              <a:buNone/>
            </a:pPr>
            <a:endParaRPr lang="zh-CN" altLang="en-US" sz="2800" dirty="0">
              <a:solidFill>
                <a:schemeClr val="tx1"/>
              </a:solidFill>
            </a:endParaRPr>
          </a:p>
          <a:p>
            <a:pPr eaLnBrk="1" hangingPunct="1">
              <a:buNone/>
            </a:pPr>
            <a:r>
              <a:rPr lang="zh-CN" altLang="en-US" sz="2800" dirty="0">
                <a:solidFill>
                  <a:schemeClr val="tx1"/>
                </a:solidFill>
              </a:rPr>
              <a:t>事务</a:t>
            </a:r>
            <a:r>
              <a:rPr lang="en-US" altLang="zh-CN" sz="2800" dirty="0">
                <a:solidFill>
                  <a:schemeClr val="tx1"/>
                </a:solidFill>
              </a:rPr>
              <a:t>1</a:t>
            </a:r>
            <a:r>
              <a:rPr lang="zh-CN" altLang="en-US" sz="2800" dirty="0">
                <a:solidFill>
                  <a:schemeClr val="tx1"/>
                </a:solidFill>
              </a:rPr>
              <a:t>遵守两段锁协议，而事务</a:t>
            </a:r>
            <a:r>
              <a:rPr lang="en-US" altLang="zh-CN" sz="2800" dirty="0">
                <a:solidFill>
                  <a:schemeClr val="tx1"/>
                </a:solidFill>
              </a:rPr>
              <a:t>2</a:t>
            </a:r>
            <a:r>
              <a:rPr lang="zh-CN" altLang="en-US" sz="2800" dirty="0">
                <a:solidFill>
                  <a:schemeClr val="tx1"/>
                </a:solidFill>
              </a:rPr>
              <a:t>不遵守两段协议。</a:t>
            </a:r>
            <a:endParaRPr lang="zh-CN" altLang="en-US" dirty="0">
              <a:solidFill>
                <a:schemeClr val="tx1"/>
              </a:solidFill>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67587"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11.6 </a:t>
            </a:r>
            <a:r>
              <a:rPr lang="zh-CN" altLang="en-US" dirty="0"/>
              <a:t>两段锁协议</a:t>
            </a:r>
            <a:endParaRPr lang="zh-CN" altLang="en-US" dirty="0"/>
          </a:p>
        </p:txBody>
      </p:sp>
      <p:sp>
        <p:nvSpPr>
          <p:cNvPr id="67588" name="Rectangle 3"/>
          <p:cNvSpPr>
            <a:spLocks noGrp="1"/>
          </p:cNvSpPr>
          <p:nvPr>
            <p:ph idx="1"/>
          </p:nvPr>
        </p:nvSpPr>
        <p:spPr>
          <a:xfrm>
            <a:off x="304800" y="1066800"/>
            <a:ext cx="8610600" cy="5562600"/>
          </a:xfrm>
          <a:ln/>
        </p:spPr>
        <p:txBody>
          <a:bodyPr vert="horz" wrap="square" lIns="91440" tIns="45720" rIns="91440" bIns="45720" anchor="t" anchorCtr="0"/>
          <a:p>
            <a:pPr eaLnBrk="1" hangingPunct="1">
              <a:lnSpc>
                <a:spcPct val="110000"/>
              </a:lnSpc>
            </a:pPr>
            <a:r>
              <a:rPr lang="zh-CN" altLang="en-US" dirty="0">
                <a:solidFill>
                  <a:schemeClr val="tx1"/>
                </a:solidFill>
              </a:rPr>
              <a:t>事务遵守两段锁协议是可串行化调度的</a:t>
            </a:r>
            <a:r>
              <a:rPr lang="zh-CN" altLang="en-US" dirty="0">
                <a:solidFill>
                  <a:srgbClr val="FF0000"/>
                </a:solidFill>
              </a:rPr>
              <a:t>充分条件</a:t>
            </a:r>
            <a:r>
              <a:rPr lang="zh-CN" altLang="en-US" dirty="0">
                <a:solidFill>
                  <a:schemeClr val="tx1"/>
                </a:solidFill>
              </a:rPr>
              <a:t>，而不是必要条件</a:t>
            </a:r>
            <a:endParaRPr lang="zh-CN" altLang="en-US" dirty="0">
              <a:solidFill>
                <a:schemeClr val="tx1"/>
              </a:solidFill>
            </a:endParaRPr>
          </a:p>
          <a:p>
            <a:pPr eaLnBrk="1" hangingPunct="1">
              <a:lnSpc>
                <a:spcPct val="110000"/>
              </a:lnSpc>
            </a:pPr>
            <a:r>
              <a:rPr lang="zh-CN" altLang="en-US" dirty="0">
                <a:solidFill>
                  <a:schemeClr val="tx1"/>
                </a:solidFill>
              </a:rPr>
              <a:t>若并发事务都遵循两段锁协议，则对其的任何并发调度策略都是可串行化的</a:t>
            </a:r>
            <a:endParaRPr lang="zh-CN" altLang="en-US" dirty="0">
              <a:solidFill>
                <a:schemeClr val="tx1"/>
              </a:solidFill>
            </a:endParaRPr>
          </a:p>
          <a:p>
            <a:pPr eaLnBrk="1" hangingPunct="1">
              <a:lnSpc>
                <a:spcPct val="110000"/>
              </a:lnSpc>
            </a:pPr>
            <a:r>
              <a:rPr lang="zh-CN" altLang="en-US" dirty="0">
                <a:solidFill>
                  <a:schemeClr val="tx1"/>
                </a:solidFill>
              </a:rPr>
              <a:t>若对并发事务的一个调度是可串行化的，不一定所有事务都符合两段锁协议</a:t>
            </a:r>
            <a:r>
              <a:rPr lang="en-US" altLang="zh-CN" dirty="0">
                <a:solidFill>
                  <a:schemeClr val="tx1"/>
                </a:solidFill>
              </a:rPr>
              <a:t>(</a:t>
            </a:r>
            <a:r>
              <a:rPr lang="zh-CN" altLang="en-US" dirty="0">
                <a:solidFill>
                  <a:schemeClr val="tx1"/>
                </a:solidFill>
              </a:rPr>
              <a:t>前面有一例</a:t>
            </a:r>
            <a:r>
              <a:rPr lang="en-US" altLang="zh-CN" dirty="0">
                <a:solidFill>
                  <a:schemeClr val="tx1"/>
                </a:solidFill>
              </a:rPr>
              <a:t>)</a:t>
            </a:r>
            <a:endParaRPr lang="en-US" altLang="zh-CN" dirty="0">
              <a:solidFill>
                <a:schemeClr val="tx1"/>
              </a:solidFill>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68611"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11.6 </a:t>
            </a:r>
            <a:r>
              <a:rPr lang="zh-CN" altLang="en-US" dirty="0"/>
              <a:t>两段锁协议</a:t>
            </a:r>
            <a:endParaRPr lang="zh-CN" altLang="en-US" dirty="0"/>
          </a:p>
        </p:txBody>
      </p:sp>
      <p:sp>
        <p:nvSpPr>
          <p:cNvPr id="68612" name="Rectangle 6"/>
          <p:cNvSpPr>
            <a:spLocks noGrp="1"/>
          </p:cNvSpPr>
          <p:nvPr>
            <p:ph idx="1"/>
          </p:nvPr>
        </p:nvSpPr>
        <p:spPr>
          <a:xfrm>
            <a:off x="927100" y="889000"/>
            <a:ext cx="1066800" cy="4419600"/>
          </a:xfrm>
          <a:ln/>
        </p:spPr>
        <p:txBody>
          <a:bodyPr vert="horz" wrap="square" lIns="91440" tIns="45720" rIns="91440" bIns="45720" anchor="t" anchorCtr="0"/>
          <a:p>
            <a:pPr algn="ctr" eaLnBrk="1" hangingPunct="1">
              <a:lnSpc>
                <a:spcPct val="90000"/>
              </a:lnSpc>
              <a:buNone/>
            </a:pPr>
            <a:r>
              <a:rPr lang="en-US" altLang="zh-CN" sz="1600" dirty="0"/>
              <a:t>T</a:t>
            </a:r>
            <a:r>
              <a:rPr lang="en-US" altLang="zh-CN" sz="1600" baseline="-30000" dirty="0"/>
              <a:t>1</a:t>
            </a:r>
            <a:endParaRPr lang="en-US" altLang="zh-CN" sz="1600" dirty="0"/>
          </a:p>
          <a:p>
            <a:pPr algn="just" eaLnBrk="1" hangingPunct="1">
              <a:lnSpc>
                <a:spcPct val="90000"/>
              </a:lnSpc>
              <a:buNone/>
            </a:pPr>
            <a:r>
              <a:rPr lang="en-US" altLang="zh-CN" sz="1600" dirty="0"/>
              <a:t>Slock B</a:t>
            </a:r>
            <a:endParaRPr lang="en-US" altLang="zh-CN" sz="1600" dirty="0"/>
          </a:p>
          <a:p>
            <a:pPr algn="just" eaLnBrk="1" hangingPunct="1">
              <a:lnSpc>
                <a:spcPct val="90000"/>
              </a:lnSpc>
              <a:buNone/>
            </a:pPr>
            <a:r>
              <a:rPr lang="zh-CN" altLang="en-US" sz="1600" dirty="0"/>
              <a:t>读</a:t>
            </a:r>
            <a:r>
              <a:rPr lang="en-US" altLang="zh-CN" sz="1600" dirty="0"/>
              <a:t>B=2</a:t>
            </a:r>
            <a:endParaRPr lang="en-US" altLang="zh-CN" sz="1600" dirty="0"/>
          </a:p>
          <a:p>
            <a:pPr algn="just" eaLnBrk="1" hangingPunct="1">
              <a:lnSpc>
                <a:spcPct val="90000"/>
              </a:lnSpc>
              <a:buNone/>
            </a:pPr>
            <a:r>
              <a:rPr lang="en-US" altLang="zh-CN" sz="1600" dirty="0"/>
              <a:t>Y=B</a:t>
            </a:r>
            <a:endParaRPr lang="en-US" altLang="zh-CN" sz="1600" dirty="0"/>
          </a:p>
          <a:p>
            <a:pPr algn="just" eaLnBrk="1" hangingPunct="1">
              <a:lnSpc>
                <a:spcPct val="90000"/>
              </a:lnSpc>
              <a:buNone/>
            </a:pPr>
            <a:r>
              <a:rPr lang="en-US" altLang="zh-CN" sz="1600" dirty="0"/>
              <a:t>Xlock A</a:t>
            </a:r>
            <a:endParaRPr lang="en-US" altLang="zh-CN" sz="1600" dirty="0"/>
          </a:p>
          <a:p>
            <a:pPr algn="just" eaLnBrk="1" hangingPunct="1">
              <a:lnSpc>
                <a:spcPct val="90000"/>
              </a:lnSpc>
              <a:buNone/>
            </a:pPr>
            <a:r>
              <a:rPr lang="en-US" altLang="zh-CN" sz="1600" dirty="0"/>
              <a:t> </a:t>
            </a:r>
            <a:endParaRPr lang="en-US" altLang="zh-CN" sz="1600" dirty="0"/>
          </a:p>
          <a:p>
            <a:pPr algn="just" eaLnBrk="1" hangingPunct="1">
              <a:lnSpc>
                <a:spcPct val="90000"/>
              </a:lnSpc>
              <a:buNone/>
            </a:pPr>
            <a:r>
              <a:rPr lang="en-US" altLang="zh-CN" sz="1600" dirty="0"/>
              <a:t> </a:t>
            </a:r>
            <a:endParaRPr lang="en-US" altLang="zh-CN" sz="1600" dirty="0"/>
          </a:p>
          <a:p>
            <a:pPr algn="just" eaLnBrk="1" hangingPunct="1">
              <a:lnSpc>
                <a:spcPct val="90000"/>
              </a:lnSpc>
              <a:buNone/>
            </a:pPr>
            <a:r>
              <a:rPr lang="en-US" altLang="zh-CN" sz="1600" dirty="0"/>
              <a:t>A=Y+1</a:t>
            </a:r>
            <a:endParaRPr lang="en-US" altLang="zh-CN" sz="1600" dirty="0"/>
          </a:p>
          <a:p>
            <a:pPr algn="just" eaLnBrk="1" hangingPunct="1">
              <a:lnSpc>
                <a:spcPct val="90000"/>
              </a:lnSpc>
              <a:buNone/>
            </a:pPr>
            <a:r>
              <a:rPr lang="zh-CN" altLang="en-US" sz="1600" dirty="0"/>
              <a:t>写回</a:t>
            </a:r>
            <a:r>
              <a:rPr lang="en-US" altLang="zh-CN" sz="1600" dirty="0"/>
              <a:t>A=3</a:t>
            </a:r>
            <a:endParaRPr lang="en-US" altLang="zh-CN" sz="1600" dirty="0"/>
          </a:p>
          <a:p>
            <a:pPr algn="just" eaLnBrk="1" hangingPunct="1">
              <a:lnSpc>
                <a:spcPct val="90000"/>
              </a:lnSpc>
              <a:buNone/>
            </a:pPr>
            <a:r>
              <a:rPr lang="en-US" altLang="zh-CN" sz="1600" dirty="0"/>
              <a:t>Unlock B</a:t>
            </a:r>
            <a:endParaRPr lang="en-US" altLang="zh-CN" sz="1600" dirty="0"/>
          </a:p>
          <a:p>
            <a:pPr algn="just" eaLnBrk="1" hangingPunct="1">
              <a:lnSpc>
                <a:spcPct val="90000"/>
              </a:lnSpc>
              <a:buNone/>
            </a:pPr>
            <a:r>
              <a:rPr lang="en-US" altLang="zh-CN" sz="1600" dirty="0"/>
              <a:t>Unlock A</a:t>
            </a:r>
            <a:endParaRPr lang="en-US" altLang="zh-CN" sz="1600" dirty="0"/>
          </a:p>
          <a:p>
            <a:pPr algn="just" eaLnBrk="1" hangingPunct="1">
              <a:lnSpc>
                <a:spcPct val="90000"/>
              </a:lnSpc>
              <a:buNone/>
            </a:pPr>
            <a:r>
              <a:rPr lang="en-US" altLang="zh-CN" sz="1600" dirty="0"/>
              <a:t> </a:t>
            </a:r>
            <a:endParaRPr lang="en-US" altLang="zh-CN" sz="1600" dirty="0"/>
          </a:p>
          <a:p>
            <a:pPr algn="just" eaLnBrk="1" hangingPunct="1">
              <a:lnSpc>
                <a:spcPct val="90000"/>
              </a:lnSpc>
              <a:buNone/>
            </a:pPr>
            <a:r>
              <a:rPr lang="en-US" altLang="zh-CN" sz="1600" dirty="0"/>
              <a:t> </a:t>
            </a:r>
            <a:endParaRPr lang="en-US" altLang="zh-CN" sz="1600" dirty="0"/>
          </a:p>
          <a:p>
            <a:pPr algn="just" eaLnBrk="1" hangingPunct="1">
              <a:lnSpc>
                <a:spcPct val="90000"/>
              </a:lnSpc>
              <a:buNone/>
            </a:pPr>
            <a:r>
              <a:rPr lang="en-US" altLang="zh-CN" sz="1600" dirty="0"/>
              <a:t> </a:t>
            </a:r>
            <a:endParaRPr lang="en-US" altLang="zh-CN" sz="1600" dirty="0"/>
          </a:p>
          <a:p>
            <a:pPr algn="just" eaLnBrk="1" hangingPunct="1">
              <a:lnSpc>
                <a:spcPct val="90000"/>
              </a:lnSpc>
              <a:buNone/>
            </a:pPr>
            <a:r>
              <a:rPr lang="en-US" altLang="zh-CN" sz="1600" dirty="0"/>
              <a:t> </a:t>
            </a:r>
            <a:endParaRPr lang="en-US" altLang="zh-CN" sz="1600" dirty="0"/>
          </a:p>
        </p:txBody>
      </p:sp>
      <p:sp>
        <p:nvSpPr>
          <p:cNvPr id="68613" name="Rectangle 7"/>
          <p:cNvSpPr/>
          <p:nvPr/>
        </p:nvSpPr>
        <p:spPr>
          <a:xfrm>
            <a:off x="1993900" y="1041400"/>
            <a:ext cx="1447800" cy="4343400"/>
          </a:xfrm>
          <a:prstGeom prst="rect">
            <a:avLst/>
          </a:prstGeom>
          <a:noFill/>
          <a:ln w="28575">
            <a:noFill/>
          </a:ln>
        </p:spPr>
        <p:txBody>
          <a:bodyPr wrap="none" lIns="90000" tIns="46800" rIns="90000" bIns="46800"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eaLnBrk="1" hangingPunct="1">
              <a:spcBef>
                <a:spcPct val="0"/>
              </a:spcBef>
              <a:buClrTx/>
              <a:buFontTx/>
              <a:buNone/>
            </a:pPr>
            <a:r>
              <a:rPr lang="en-US" altLang="zh-CN" sz="1600" dirty="0">
                <a:solidFill>
                  <a:schemeClr val="tx1"/>
                </a:solidFill>
              </a:rPr>
              <a:t>T</a:t>
            </a:r>
            <a:r>
              <a:rPr lang="en-US" altLang="zh-CN" sz="1600" baseline="-30000" dirty="0">
                <a:solidFill>
                  <a:schemeClr val="tx1"/>
                </a:solidFill>
              </a:rPr>
              <a:t>2</a:t>
            </a:r>
            <a:endParaRPr lang="en-US" altLang="zh-CN" sz="1600" b="0" dirty="0">
              <a:solidFill>
                <a:schemeClr val="tx1"/>
              </a:solidFill>
            </a:endParaRPr>
          </a:p>
          <a:p>
            <a:pPr marL="0" lvl="0" indent="0" eaLnBrk="1" hangingPunct="1">
              <a:spcBef>
                <a:spcPct val="0"/>
              </a:spcBef>
              <a:buClrTx/>
              <a:buFontTx/>
              <a:buNone/>
            </a:pPr>
            <a:r>
              <a:rPr lang="en-US" altLang="zh-CN" sz="1600" dirty="0">
                <a:solidFill>
                  <a:schemeClr val="tx1"/>
                </a:solidFill>
              </a:rPr>
              <a:t> </a:t>
            </a:r>
            <a:endParaRPr lang="en-US" altLang="zh-CN" sz="1600" b="0" dirty="0">
              <a:solidFill>
                <a:schemeClr val="tx1"/>
              </a:solidFill>
            </a:endParaRPr>
          </a:p>
          <a:p>
            <a:pPr marL="0" lvl="0" indent="0" eaLnBrk="1" hangingPunct="1">
              <a:spcBef>
                <a:spcPct val="0"/>
              </a:spcBef>
              <a:buClrTx/>
              <a:buFontTx/>
              <a:buNone/>
            </a:pPr>
            <a:r>
              <a:rPr lang="en-US" altLang="zh-CN" sz="1600" dirty="0">
                <a:solidFill>
                  <a:schemeClr val="tx1"/>
                </a:solidFill>
              </a:rPr>
              <a:t> </a:t>
            </a:r>
            <a:endParaRPr lang="en-US" altLang="zh-CN" sz="1600" b="0" dirty="0">
              <a:solidFill>
                <a:schemeClr val="tx1"/>
              </a:solidFill>
            </a:endParaRPr>
          </a:p>
          <a:p>
            <a:pPr marL="0" lvl="0" indent="0" eaLnBrk="1" hangingPunct="1">
              <a:spcBef>
                <a:spcPct val="0"/>
              </a:spcBef>
              <a:buClrTx/>
              <a:buFontTx/>
              <a:buNone/>
            </a:pPr>
            <a:r>
              <a:rPr lang="en-US" altLang="zh-CN" sz="1600" dirty="0">
                <a:solidFill>
                  <a:schemeClr val="tx1"/>
                </a:solidFill>
              </a:rPr>
              <a:t> </a:t>
            </a:r>
            <a:endParaRPr lang="en-US" altLang="zh-CN" sz="1600" b="0" dirty="0">
              <a:solidFill>
                <a:schemeClr val="tx1"/>
              </a:solidFill>
            </a:endParaRPr>
          </a:p>
          <a:p>
            <a:pPr marL="0" lvl="0" indent="0" eaLnBrk="1" hangingPunct="1">
              <a:spcBef>
                <a:spcPct val="0"/>
              </a:spcBef>
              <a:buClrTx/>
              <a:buFontTx/>
              <a:buNone/>
            </a:pPr>
            <a:r>
              <a:rPr lang="en-US" altLang="zh-CN" sz="1600" dirty="0">
                <a:solidFill>
                  <a:schemeClr val="tx1"/>
                </a:solidFill>
              </a:rPr>
              <a:t> </a:t>
            </a:r>
            <a:endParaRPr lang="en-US" altLang="zh-CN" sz="1600" b="0" dirty="0">
              <a:solidFill>
                <a:schemeClr val="tx1"/>
              </a:solidFill>
            </a:endParaRPr>
          </a:p>
          <a:p>
            <a:pPr marL="0" lvl="0" indent="0" eaLnBrk="1" hangingPunct="1">
              <a:spcBef>
                <a:spcPct val="0"/>
              </a:spcBef>
              <a:buClrTx/>
              <a:buFontTx/>
              <a:buNone/>
            </a:pPr>
            <a:r>
              <a:rPr lang="en-US" altLang="zh-CN" sz="1600" dirty="0">
                <a:solidFill>
                  <a:schemeClr val="tx1"/>
                </a:solidFill>
              </a:rPr>
              <a:t>Slock A</a:t>
            </a:r>
            <a:endParaRPr lang="en-US" altLang="zh-CN" sz="1600" b="0" dirty="0">
              <a:solidFill>
                <a:schemeClr val="tx1"/>
              </a:solidFill>
            </a:endParaRPr>
          </a:p>
          <a:p>
            <a:pPr marL="0" lvl="0" indent="0" eaLnBrk="1" hangingPunct="1">
              <a:spcBef>
                <a:spcPct val="0"/>
              </a:spcBef>
              <a:buClrTx/>
              <a:buFontTx/>
              <a:buNone/>
            </a:pPr>
            <a:r>
              <a:rPr lang="en-US" altLang="zh-CN" sz="1600" dirty="0">
                <a:solidFill>
                  <a:schemeClr val="tx1"/>
                </a:solidFill>
              </a:rPr>
              <a:t> </a:t>
            </a:r>
            <a:r>
              <a:rPr lang="zh-CN" altLang="en-US" sz="1600" dirty="0">
                <a:solidFill>
                  <a:schemeClr val="tx1"/>
                </a:solidFill>
              </a:rPr>
              <a:t>等待</a:t>
            </a:r>
            <a:endParaRPr lang="zh-CN" altLang="en-US" sz="1600" b="0" dirty="0">
              <a:solidFill>
                <a:schemeClr val="tx1"/>
              </a:solidFill>
            </a:endParaRPr>
          </a:p>
          <a:p>
            <a:pPr marL="0" lvl="0" indent="0" eaLnBrk="1" hangingPunct="1">
              <a:spcBef>
                <a:spcPct val="0"/>
              </a:spcBef>
              <a:buClrTx/>
              <a:buFontTx/>
              <a:buNone/>
            </a:pPr>
            <a:r>
              <a:rPr lang="zh-CN" altLang="en-US" sz="1600" dirty="0">
                <a:solidFill>
                  <a:schemeClr val="tx1"/>
                </a:solidFill>
              </a:rPr>
              <a:t> 等待</a:t>
            </a:r>
            <a:endParaRPr lang="zh-CN" altLang="en-US" sz="1600" b="0" dirty="0">
              <a:solidFill>
                <a:schemeClr val="tx1"/>
              </a:solidFill>
            </a:endParaRPr>
          </a:p>
          <a:p>
            <a:pPr marL="0" lvl="0" indent="0" eaLnBrk="1" hangingPunct="1">
              <a:spcBef>
                <a:spcPct val="0"/>
              </a:spcBef>
              <a:buClrTx/>
              <a:buFontTx/>
              <a:buNone/>
            </a:pPr>
            <a:r>
              <a:rPr lang="zh-CN" altLang="en-US" sz="1600" dirty="0">
                <a:solidFill>
                  <a:schemeClr val="tx1"/>
                </a:solidFill>
              </a:rPr>
              <a:t> 等待</a:t>
            </a:r>
            <a:endParaRPr lang="zh-CN" altLang="en-US" sz="1600" b="0" dirty="0">
              <a:solidFill>
                <a:schemeClr val="tx1"/>
              </a:solidFill>
            </a:endParaRPr>
          </a:p>
          <a:p>
            <a:pPr marL="0" lvl="0" indent="0" eaLnBrk="1" hangingPunct="1">
              <a:spcBef>
                <a:spcPct val="0"/>
              </a:spcBef>
              <a:buClrTx/>
              <a:buFontTx/>
              <a:buNone/>
            </a:pPr>
            <a:r>
              <a:rPr lang="zh-CN" altLang="en-US" sz="1600" dirty="0">
                <a:solidFill>
                  <a:schemeClr val="tx1"/>
                </a:solidFill>
              </a:rPr>
              <a:t> 等待</a:t>
            </a:r>
            <a:endParaRPr lang="zh-CN" altLang="en-US" sz="1600" b="0" dirty="0">
              <a:solidFill>
                <a:schemeClr val="tx1"/>
              </a:solidFill>
            </a:endParaRPr>
          </a:p>
          <a:p>
            <a:pPr marL="0" lvl="0" indent="0" eaLnBrk="1" hangingPunct="1">
              <a:spcBef>
                <a:spcPct val="0"/>
              </a:spcBef>
              <a:buClrTx/>
              <a:buFontTx/>
              <a:buNone/>
            </a:pPr>
            <a:r>
              <a:rPr lang="zh-CN" altLang="en-US" sz="1600" dirty="0">
                <a:solidFill>
                  <a:schemeClr val="tx1"/>
                </a:solidFill>
              </a:rPr>
              <a:t> 等待</a:t>
            </a:r>
            <a:endParaRPr lang="zh-CN" altLang="en-US" sz="1600" b="0" dirty="0">
              <a:solidFill>
                <a:schemeClr val="tx1"/>
              </a:solidFill>
            </a:endParaRPr>
          </a:p>
          <a:p>
            <a:pPr marL="0" lvl="0" indent="0" eaLnBrk="1" hangingPunct="1">
              <a:spcBef>
                <a:spcPct val="0"/>
              </a:spcBef>
              <a:buClrTx/>
              <a:buFontTx/>
              <a:buNone/>
            </a:pPr>
            <a:r>
              <a:rPr lang="en-US" altLang="zh-CN" sz="1600" dirty="0">
                <a:solidFill>
                  <a:schemeClr val="tx1"/>
                </a:solidFill>
              </a:rPr>
              <a:t>Slock A</a:t>
            </a:r>
            <a:endParaRPr lang="en-US" altLang="zh-CN" sz="1600" b="0" dirty="0">
              <a:solidFill>
                <a:schemeClr val="tx1"/>
              </a:solidFill>
            </a:endParaRPr>
          </a:p>
          <a:p>
            <a:pPr marL="0" lvl="0" indent="0" eaLnBrk="1" hangingPunct="1">
              <a:spcBef>
                <a:spcPct val="0"/>
              </a:spcBef>
              <a:buClrTx/>
              <a:buFontTx/>
              <a:buNone/>
            </a:pPr>
            <a:r>
              <a:rPr lang="zh-CN" altLang="en-US" sz="1600" dirty="0">
                <a:solidFill>
                  <a:schemeClr val="tx1"/>
                </a:solidFill>
              </a:rPr>
              <a:t>读</a:t>
            </a:r>
            <a:r>
              <a:rPr lang="en-US" altLang="zh-CN" sz="1600" dirty="0">
                <a:solidFill>
                  <a:schemeClr val="tx1"/>
                </a:solidFill>
              </a:rPr>
              <a:t>A=3</a:t>
            </a:r>
            <a:endParaRPr lang="en-US" altLang="zh-CN" sz="1600" b="0" dirty="0">
              <a:solidFill>
                <a:schemeClr val="tx1"/>
              </a:solidFill>
            </a:endParaRPr>
          </a:p>
          <a:p>
            <a:pPr marL="0" lvl="0" indent="0" eaLnBrk="1" hangingPunct="1">
              <a:spcBef>
                <a:spcPct val="0"/>
              </a:spcBef>
              <a:buClrTx/>
              <a:buFontTx/>
              <a:buNone/>
            </a:pPr>
            <a:r>
              <a:rPr lang="en-US" altLang="zh-CN" sz="1600" dirty="0">
                <a:solidFill>
                  <a:schemeClr val="tx1"/>
                </a:solidFill>
              </a:rPr>
              <a:t>Y=A  </a:t>
            </a:r>
            <a:endParaRPr lang="en-US" altLang="zh-CN" sz="1600" b="0" dirty="0">
              <a:solidFill>
                <a:schemeClr val="tx1"/>
              </a:solidFill>
            </a:endParaRPr>
          </a:p>
          <a:p>
            <a:pPr marL="0" lvl="0" indent="0" eaLnBrk="1" hangingPunct="1">
              <a:spcBef>
                <a:spcPct val="0"/>
              </a:spcBef>
              <a:buClrTx/>
              <a:buFontTx/>
              <a:buNone/>
            </a:pPr>
            <a:r>
              <a:rPr lang="en-US" altLang="zh-CN" sz="1600" dirty="0">
                <a:solidFill>
                  <a:schemeClr val="tx1"/>
                </a:solidFill>
              </a:rPr>
              <a:t>Xlock B</a:t>
            </a:r>
            <a:endParaRPr lang="en-US" altLang="zh-CN" sz="1600" b="0" dirty="0">
              <a:solidFill>
                <a:schemeClr val="tx1"/>
              </a:solidFill>
            </a:endParaRPr>
          </a:p>
          <a:p>
            <a:pPr marL="0" lvl="0" indent="0" eaLnBrk="1" hangingPunct="1">
              <a:spcBef>
                <a:spcPct val="0"/>
              </a:spcBef>
              <a:buClrTx/>
              <a:buFontTx/>
              <a:buNone/>
            </a:pPr>
            <a:r>
              <a:rPr lang="en-US" altLang="zh-CN" sz="1600" dirty="0">
                <a:solidFill>
                  <a:schemeClr val="tx1"/>
                </a:solidFill>
              </a:rPr>
              <a:t>B=Y+1</a:t>
            </a:r>
            <a:endParaRPr lang="en-US" altLang="zh-CN" sz="1600" b="0" dirty="0">
              <a:solidFill>
                <a:schemeClr val="tx1"/>
              </a:solidFill>
            </a:endParaRPr>
          </a:p>
          <a:p>
            <a:pPr marL="0" lvl="0" indent="0" eaLnBrk="1" hangingPunct="1">
              <a:spcBef>
                <a:spcPct val="0"/>
              </a:spcBef>
              <a:buClrTx/>
              <a:buFontTx/>
              <a:buNone/>
            </a:pPr>
            <a:r>
              <a:rPr lang="zh-CN" altLang="en-US" sz="1600" dirty="0">
                <a:solidFill>
                  <a:schemeClr val="tx1"/>
                </a:solidFill>
              </a:rPr>
              <a:t>写回</a:t>
            </a:r>
            <a:r>
              <a:rPr lang="en-US" altLang="zh-CN" sz="1600" dirty="0">
                <a:solidFill>
                  <a:schemeClr val="tx1"/>
                </a:solidFill>
              </a:rPr>
              <a:t>B=4</a:t>
            </a:r>
            <a:endParaRPr lang="en-US" altLang="zh-CN" sz="1600" b="0" dirty="0">
              <a:solidFill>
                <a:schemeClr val="tx1"/>
              </a:solidFill>
            </a:endParaRPr>
          </a:p>
          <a:p>
            <a:pPr marL="0" lvl="0" indent="0" eaLnBrk="1" hangingPunct="1">
              <a:spcBef>
                <a:spcPct val="0"/>
              </a:spcBef>
              <a:buClrTx/>
              <a:buFontTx/>
              <a:buNone/>
            </a:pPr>
            <a:r>
              <a:rPr lang="en-US" altLang="zh-CN" sz="1600" dirty="0">
                <a:solidFill>
                  <a:schemeClr val="tx1"/>
                </a:solidFill>
              </a:rPr>
              <a:t>Unlock B</a:t>
            </a:r>
            <a:endParaRPr lang="en-US" altLang="zh-CN" sz="1600" b="0" dirty="0">
              <a:solidFill>
                <a:schemeClr val="tx1"/>
              </a:solidFill>
            </a:endParaRPr>
          </a:p>
          <a:p>
            <a:pPr marL="0" lvl="0" indent="0" eaLnBrk="1" hangingPunct="1">
              <a:spcBef>
                <a:spcPct val="0"/>
              </a:spcBef>
              <a:buClrTx/>
              <a:buFontTx/>
              <a:buNone/>
            </a:pPr>
            <a:r>
              <a:rPr lang="en-US" altLang="zh-CN" sz="1600" dirty="0">
                <a:solidFill>
                  <a:schemeClr val="tx1"/>
                </a:solidFill>
              </a:rPr>
              <a:t>Unlock A</a:t>
            </a:r>
            <a:r>
              <a:rPr lang="en-US" altLang="zh-CN" sz="1600" b="0" dirty="0">
                <a:solidFill>
                  <a:schemeClr val="tx1"/>
                </a:solidFill>
              </a:rPr>
              <a:t> </a:t>
            </a:r>
            <a:endParaRPr lang="en-US" altLang="zh-CN" sz="1600" b="0" dirty="0">
              <a:solidFill>
                <a:schemeClr val="tx1"/>
              </a:solidFill>
            </a:endParaRPr>
          </a:p>
        </p:txBody>
      </p:sp>
      <p:sp>
        <p:nvSpPr>
          <p:cNvPr id="68614" name="Rectangle 8"/>
          <p:cNvSpPr/>
          <p:nvPr/>
        </p:nvSpPr>
        <p:spPr>
          <a:xfrm>
            <a:off x="3136900" y="1422400"/>
            <a:ext cx="1447800" cy="4114800"/>
          </a:xfrm>
          <a:prstGeom prst="rect">
            <a:avLst/>
          </a:prstGeom>
          <a:noFill/>
          <a:ln w="28575">
            <a:noFill/>
          </a:ln>
        </p:spPr>
        <p:txBody>
          <a:bodyPr wrap="none" lIns="90000" tIns="46800" rIns="90000" bIns="46800"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eaLnBrk="1" hangingPunct="1">
              <a:spcBef>
                <a:spcPct val="0"/>
              </a:spcBef>
              <a:buClrTx/>
              <a:buFontTx/>
              <a:buNone/>
            </a:pPr>
            <a:r>
              <a:rPr lang="en-US" altLang="zh-CN" sz="1600" dirty="0">
                <a:solidFill>
                  <a:schemeClr val="tx1"/>
                </a:solidFill>
              </a:rPr>
              <a:t>T</a:t>
            </a:r>
            <a:r>
              <a:rPr lang="en-US" altLang="zh-CN" sz="1600" baseline="-30000" dirty="0">
                <a:solidFill>
                  <a:schemeClr val="tx1"/>
                </a:solidFill>
              </a:rPr>
              <a:t>1</a:t>
            </a:r>
            <a:endParaRPr lang="en-US" altLang="zh-CN" sz="1600" b="0" dirty="0">
              <a:solidFill>
                <a:schemeClr val="tx1"/>
              </a:solidFill>
            </a:endParaRPr>
          </a:p>
          <a:p>
            <a:pPr marL="0" lvl="0" indent="0" eaLnBrk="1" hangingPunct="1">
              <a:spcBef>
                <a:spcPct val="0"/>
              </a:spcBef>
              <a:buClrTx/>
              <a:buFontTx/>
              <a:buNone/>
            </a:pPr>
            <a:r>
              <a:rPr lang="en-US" altLang="zh-CN" sz="1600" dirty="0">
                <a:solidFill>
                  <a:schemeClr val="tx1"/>
                </a:solidFill>
              </a:rPr>
              <a:t>Slock B</a:t>
            </a:r>
            <a:endParaRPr lang="en-US" altLang="zh-CN" sz="1600" b="0" dirty="0">
              <a:solidFill>
                <a:schemeClr val="tx1"/>
              </a:solidFill>
            </a:endParaRPr>
          </a:p>
          <a:p>
            <a:pPr marL="0" lvl="0" indent="0" eaLnBrk="1" hangingPunct="1">
              <a:spcBef>
                <a:spcPct val="0"/>
              </a:spcBef>
              <a:buClrTx/>
              <a:buFontTx/>
              <a:buNone/>
            </a:pPr>
            <a:r>
              <a:rPr lang="zh-CN" altLang="en-US" sz="1600" dirty="0">
                <a:solidFill>
                  <a:schemeClr val="tx1"/>
                </a:solidFill>
              </a:rPr>
              <a:t>读</a:t>
            </a:r>
            <a:r>
              <a:rPr lang="en-US" altLang="zh-CN" sz="1600" dirty="0">
                <a:solidFill>
                  <a:schemeClr val="tx1"/>
                </a:solidFill>
              </a:rPr>
              <a:t>B=2</a:t>
            </a:r>
            <a:endParaRPr lang="en-US" altLang="zh-CN" sz="1600" b="0" dirty="0">
              <a:solidFill>
                <a:schemeClr val="tx1"/>
              </a:solidFill>
            </a:endParaRPr>
          </a:p>
          <a:p>
            <a:pPr marL="0" lvl="0" indent="0" eaLnBrk="1" hangingPunct="1">
              <a:spcBef>
                <a:spcPct val="0"/>
              </a:spcBef>
              <a:buClrTx/>
              <a:buFontTx/>
              <a:buNone/>
            </a:pPr>
            <a:r>
              <a:rPr lang="en-US" altLang="zh-CN" sz="1600" dirty="0">
                <a:solidFill>
                  <a:schemeClr val="tx1"/>
                </a:solidFill>
              </a:rPr>
              <a:t>Y=B</a:t>
            </a:r>
            <a:endParaRPr lang="en-US" altLang="zh-CN" sz="1600" b="0" dirty="0">
              <a:solidFill>
                <a:schemeClr val="tx1"/>
              </a:solidFill>
            </a:endParaRPr>
          </a:p>
          <a:p>
            <a:pPr marL="0" lvl="0" indent="0" eaLnBrk="1" hangingPunct="1">
              <a:spcBef>
                <a:spcPct val="0"/>
              </a:spcBef>
              <a:buClrTx/>
              <a:buFontTx/>
              <a:buNone/>
            </a:pPr>
            <a:r>
              <a:rPr lang="en-US" altLang="zh-CN" sz="1600" dirty="0">
                <a:solidFill>
                  <a:schemeClr val="tx1"/>
                </a:solidFill>
              </a:rPr>
              <a:t>Unlock B</a:t>
            </a:r>
            <a:endParaRPr lang="en-US" altLang="zh-CN" sz="1600" b="0" dirty="0">
              <a:solidFill>
                <a:schemeClr val="tx1"/>
              </a:solidFill>
            </a:endParaRPr>
          </a:p>
          <a:p>
            <a:pPr marL="0" lvl="0" indent="0" eaLnBrk="1" hangingPunct="1">
              <a:spcBef>
                <a:spcPct val="0"/>
              </a:spcBef>
              <a:buClrTx/>
              <a:buFontTx/>
              <a:buNone/>
            </a:pPr>
            <a:r>
              <a:rPr lang="en-US" altLang="zh-CN" sz="1600" dirty="0">
                <a:solidFill>
                  <a:schemeClr val="tx1"/>
                </a:solidFill>
              </a:rPr>
              <a:t>Xlock A</a:t>
            </a:r>
            <a:endParaRPr lang="en-US" altLang="zh-CN" sz="1600" b="0" dirty="0">
              <a:solidFill>
                <a:schemeClr val="tx1"/>
              </a:solidFill>
            </a:endParaRPr>
          </a:p>
          <a:p>
            <a:pPr marL="0" lvl="0" indent="0" eaLnBrk="1" hangingPunct="1">
              <a:spcBef>
                <a:spcPct val="0"/>
              </a:spcBef>
              <a:buClrTx/>
              <a:buFontTx/>
              <a:buNone/>
            </a:pPr>
            <a:r>
              <a:rPr lang="en-US" altLang="zh-CN" sz="1600" dirty="0">
                <a:solidFill>
                  <a:schemeClr val="tx1"/>
                </a:solidFill>
              </a:rPr>
              <a:t> </a:t>
            </a:r>
            <a:endParaRPr lang="en-US" altLang="zh-CN" sz="1600" b="0" dirty="0">
              <a:solidFill>
                <a:schemeClr val="tx1"/>
              </a:solidFill>
            </a:endParaRPr>
          </a:p>
          <a:p>
            <a:pPr marL="0" lvl="0" indent="0" eaLnBrk="1" hangingPunct="1">
              <a:spcBef>
                <a:spcPct val="0"/>
              </a:spcBef>
              <a:buClrTx/>
              <a:buFontTx/>
              <a:buNone/>
            </a:pPr>
            <a:r>
              <a:rPr lang="en-US" altLang="zh-CN" sz="1600" dirty="0">
                <a:solidFill>
                  <a:schemeClr val="tx1"/>
                </a:solidFill>
              </a:rPr>
              <a:t> </a:t>
            </a:r>
            <a:endParaRPr lang="en-US" altLang="zh-CN" sz="1600" b="0" dirty="0">
              <a:solidFill>
                <a:schemeClr val="tx1"/>
              </a:solidFill>
            </a:endParaRPr>
          </a:p>
          <a:p>
            <a:pPr marL="0" lvl="0" indent="0" eaLnBrk="1" hangingPunct="1">
              <a:spcBef>
                <a:spcPct val="0"/>
              </a:spcBef>
              <a:buClrTx/>
              <a:buFontTx/>
              <a:buNone/>
            </a:pPr>
            <a:r>
              <a:rPr lang="en-US" altLang="zh-CN" sz="1600" dirty="0">
                <a:solidFill>
                  <a:schemeClr val="tx1"/>
                </a:solidFill>
              </a:rPr>
              <a:t>A=Y+1</a:t>
            </a:r>
            <a:endParaRPr lang="en-US" altLang="zh-CN" sz="1600" b="0" dirty="0">
              <a:solidFill>
                <a:schemeClr val="tx1"/>
              </a:solidFill>
            </a:endParaRPr>
          </a:p>
          <a:p>
            <a:pPr marL="0" lvl="0" indent="0" eaLnBrk="1" hangingPunct="1">
              <a:spcBef>
                <a:spcPct val="0"/>
              </a:spcBef>
              <a:buClrTx/>
              <a:buFontTx/>
              <a:buNone/>
            </a:pPr>
            <a:r>
              <a:rPr lang="zh-CN" altLang="en-US" sz="1600" dirty="0">
                <a:solidFill>
                  <a:schemeClr val="tx1"/>
                </a:solidFill>
              </a:rPr>
              <a:t>写回</a:t>
            </a:r>
            <a:r>
              <a:rPr lang="en-US" altLang="zh-CN" sz="1600" dirty="0">
                <a:solidFill>
                  <a:schemeClr val="tx1"/>
                </a:solidFill>
              </a:rPr>
              <a:t>A=3</a:t>
            </a:r>
            <a:endParaRPr lang="en-US" altLang="zh-CN" sz="1600" b="0" dirty="0">
              <a:solidFill>
                <a:schemeClr val="tx1"/>
              </a:solidFill>
            </a:endParaRPr>
          </a:p>
          <a:p>
            <a:pPr marL="0" lvl="0" indent="0" eaLnBrk="1" hangingPunct="1">
              <a:spcBef>
                <a:spcPct val="0"/>
              </a:spcBef>
              <a:buClrTx/>
              <a:buFontTx/>
              <a:buNone/>
            </a:pPr>
            <a:r>
              <a:rPr lang="en-US" altLang="zh-CN" sz="1600" dirty="0">
                <a:solidFill>
                  <a:schemeClr val="tx1"/>
                </a:solidFill>
              </a:rPr>
              <a:t>Unlock A</a:t>
            </a:r>
            <a:endParaRPr lang="en-US" altLang="zh-CN" sz="1600" b="0" dirty="0">
              <a:solidFill>
                <a:schemeClr val="tx1"/>
              </a:solidFill>
            </a:endParaRPr>
          </a:p>
          <a:p>
            <a:pPr marL="0" lvl="0" indent="0" eaLnBrk="1" hangingPunct="1">
              <a:spcBef>
                <a:spcPct val="0"/>
              </a:spcBef>
              <a:buClrTx/>
              <a:buFontTx/>
              <a:buNone/>
            </a:pPr>
            <a:r>
              <a:rPr lang="en-US" altLang="zh-CN" sz="1600" dirty="0">
                <a:solidFill>
                  <a:schemeClr val="tx1"/>
                </a:solidFill>
              </a:rPr>
              <a:t> </a:t>
            </a:r>
            <a:endParaRPr lang="en-US" altLang="zh-CN" sz="1600" b="0" dirty="0">
              <a:solidFill>
                <a:schemeClr val="tx1"/>
              </a:solidFill>
            </a:endParaRPr>
          </a:p>
          <a:p>
            <a:pPr marL="0" lvl="0" indent="0" eaLnBrk="1" hangingPunct="1">
              <a:spcBef>
                <a:spcPct val="0"/>
              </a:spcBef>
              <a:buClrTx/>
              <a:buFontTx/>
              <a:buNone/>
            </a:pPr>
            <a:r>
              <a:rPr lang="en-US" altLang="zh-CN" sz="1600" dirty="0">
                <a:solidFill>
                  <a:schemeClr val="tx1"/>
                </a:solidFill>
              </a:rPr>
              <a:t> </a:t>
            </a:r>
            <a:endParaRPr lang="en-US" altLang="zh-CN" sz="1600" b="0" dirty="0">
              <a:solidFill>
                <a:schemeClr val="tx1"/>
              </a:solidFill>
            </a:endParaRPr>
          </a:p>
          <a:p>
            <a:pPr marL="0" lvl="0" indent="0" eaLnBrk="1" hangingPunct="1">
              <a:spcBef>
                <a:spcPct val="0"/>
              </a:spcBef>
              <a:buClrTx/>
              <a:buFontTx/>
              <a:buNone/>
            </a:pPr>
            <a:r>
              <a:rPr lang="en-US" altLang="zh-CN" sz="1600" dirty="0">
                <a:solidFill>
                  <a:schemeClr val="tx1"/>
                </a:solidFill>
              </a:rPr>
              <a:t> </a:t>
            </a:r>
            <a:endParaRPr lang="en-US" altLang="zh-CN" sz="1600" b="0" dirty="0">
              <a:solidFill>
                <a:schemeClr val="tx1"/>
              </a:solidFill>
            </a:endParaRPr>
          </a:p>
          <a:p>
            <a:pPr marL="0" lvl="0" indent="0" eaLnBrk="1" hangingPunct="1">
              <a:spcBef>
                <a:spcPct val="0"/>
              </a:spcBef>
              <a:buClrTx/>
              <a:buFontTx/>
              <a:buNone/>
            </a:pPr>
            <a:r>
              <a:rPr lang="en-US" altLang="zh-CN" sz="1800" dirty="0">
                <a:solidFill>
                  <a:schemeClr val="tx1"/>
                </a:solidFill>
              </a:rPr>
              <a:t> </a:t>
            </a:r>
            <a:endParaRPr lang="en-US" altLang="zh-CN" sz="1800" b="0" dirty="0">
              <a:solidFill>
                <a:schemeClr val="tx1"/>
              </a:solidFill>
            </a:endParaRPr>
          </a:p>
          <a:p>
            <a:pPr marL="0" lvl="0" indent="0" eaLnBrk="1" hangingPunct="1">
              <a:spcBef>
                <a:spcPct val="0"/>
              </a:spcBef>
              <a:buClrTx/>
              <a:buFontTx/>
              <a:buNone/>
            </a:pPr>
            <a:r>
              <a:rPr lang="en-US" altLang="zh-CN" sz="1800" dirty="0">
                <a:solidFill>
                  <a:schemeClr val="tx1"/>
                </a:solidFill>
              </a:rPr>
              <a:t> </a:t>
            </a:r>
            <a:endParaRPr lang="en-US" altLang="zh-CN" sz="1800" b="0" dirty="0">
              <a:solidFill>
                <a:schemeClr val="tx1"/>
              </a:solidFill>
            </a:endParaRPr>
          </a:p>
          <a:p>
            <a:pPr marL="0" lvl="0" indent="0" eaLnBrk="1" hangingPunct="1">
              <a:spcBef>
                <a:spcPct val="0"/>
              </a:spcBef>
              <a:buClrTx/>
              <a:buFontTx/>
              <a:buNone/>
            </a:pPr>
            <a:r>
              <a:rPr lang="en-US" altLang="zh-CN" sz="1800" dirty="0">
                <a:solidFill>
                  <a:schemeClr val="tx1"/>
                </a:solidFill>
              </a:rPr>
              <a:t> </a:t>
            </a:r>
            <a:endParaRPr lang="en-US" altLang="zh-CN" sz="1800" b="0" dirty="0">
              <a:solidFill>
                <a:schemeClr val="tx1"/>
              </a:solidFill>
            </a:endParaRPr>
          </a:p>
          <a:p>
            <a:pPr marL="0" lvl="0" indent="0" eaLnBrk="1" hangingPunct="1">
              <a:spcBef>
                <a:spcPct val="0"/>
              </a:spcBef>
              <a:buClrTx/>
              <a:buFontTx/>
              <a:buNone/>
            </a:pPr>
            <a:r>
              <a:rPr lang="en-US" altLang="zh-CN" sz="1800" dirty="0">
                <a:solidFill>
                  <a:schemeClr val="tx1"/>
                </a:solidFill>
              </a:rPr>
              <a:t> </a:t>
            </a:r>
            <a:endParaRPr lang="en-US" altLang="zh-CN" sz="1800" b="0" dirty="0">
              <a:solidFill>
                <a:schemeClr val="tx1"/>
              </a:solidFill>
            </a:endParaRPr>
          </a:p>
          <a:p>
            <a:pPr marL="0" lvl="0" indent="0" eaLnBrk="1" hangingPunct="1">
              <a:spcBef>
                <a:spcPct val="0"/>
              </a:spcBef>
              <a:buClrTx/>
              <a:buFontTx/>
              <a:buNone/>
            </a:pPr>
            <a:r>
              <a:rPr lang="en-US" altLang="zh-CN" sz="1800" dirty="0">
                <a:solidFill>
                  <a:schemeClr val="tx1"/>
                </a:solidFill>
              </a:rPr>
              <a:t> </a:t>
            </a:r>
            <a:endParaRPr lang="en-US" altLang="zh-CN" sz="1800" b="0" dirty="0">
              <a:solidFill>
                <a:schemeClr val="tx1"/>
              </a:solidFill>
            </a:endParaRPr>
          </a:p>
          <a:p>
            <a:pPr marL="0" lvl="0" indent="0" eaLnBrk="1" hangingPunct="1">
              <a:spcBef>
                <a:spcPct val="0"/>
              </a:spcBef>
              <a:buClrTx/>
              <a:buFontTx/>
              <a:buNone/>
            </a:pPr>
            <a:r>
              <a:rPr lang="en-US" altLang="zh-CN" sz="1800" b="0" dirty="0">
                <a:solidFill>
                  <a:schemeClr val="tx1"/>
                </a:solidFill>
              </a:rPr>
              <a:t> </a:t>
            </a:r>
            <a:endParaRPr lang="en-US" altLang="zh-CN" sz="1800" b="0" dirty="0">
              <a:solidFill>
                <a:schemeClr val="tx1"/>
              </a:solidFill>
            </a:endParaRPr>
          </a:p>
        </p:txBody>
      </p:sp>
      <p:sp>
        <p:nvSpPr>
          <p:cNvPr id="68615" name="Rectangle 9"/>
          <p:cNvSpPr/>
          <p:nvPr/>
        </p:nvSpPr>
        <p:spPr>
          <a:xfrm>
            <a:off x="4508500" y="965200"/>
            <a:ext cx="1447800" cy="4495800"/>
          </a:xfrm>
          <a:prstGeom prst="rect">
            <a:avLst/>
          </a:prstGeom>
          <a:noFill/>
          <a:ln w="28575">
            <a:noFill/>
          </a:ln>
        </p:spPr>
        <p:txBody>
          <a:bodyPr wrap="none" lIns="90000" tIns="46800" rIns="90000" bIns="46800"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eaLnBrk="1" hangingPunct="1">
              <a:spcBef>
                <a:spcPct val="0"/>
              </a:spcBef>
              <a:buClrTx/>
              <a:buFontTx/>
              <a:buNone/>
            </a:pPr>
            <a:r>
              <a:rPr lang="en-US" altLang="zh-CN" sz="1600" dirty="0">
                <a:solidFill>
                  <a:schemeClr val="tx1"/>
                </a:solidFill>
              </a:rPr>
              <a:t>T</a:t>
            </a:r>
            <a:r>
              <a:rPr lang="en-US" altLang="zh-CN" sz="1600" baseline="-30000" dirty="0">
                <a:solidFill>
                  <a:schemeClr val="tx1"/>
                </a:solidFill>
              </a:rPr>
              <a:t>2</a:t>
            </a:r>
            <a:endParaRPr lang="en-US" altLang="zh-CN" sz="1600" b="0" dirty="0">
              <a:solidFill>
                <a:schemeClr val="tx1"/>
              </a:solidFill>
            </a:endParaRPr>
          </a:p>
          <a:p>
            <a:pPr marL="0" lvl="0" indent="0" eaLnBrk="1" hangingPunct="1">
              <a:spcBef>
                <a:spcPct val="0"/>
              </a:spcBef>
              <a:buClrTx/>
              <a:buFontTx/>
              <a:buNone/>
            </a:pPr>
            <a:r>
              <a:rPr lang="en-US" altLang="zh-CN" sz="1600" dirty="0">
                <a:solidFill>
                  <a:schemeClr val="tx1"/>
                </a:solidFill>
              </a:rPr>
              <a:t> </a:t>
            </a:r>
            <a:endParaRPr lang="en-US" altLang="zh-CN" sz="1600" b="0" dirty="0">
              <a:solidFill>
                <a:schemeClr val="tx1"/>
              </a:solidFill>
            </a:endParaRPr>
          </a:p>
          <a:p>
            <a:pPr marL="0" lvl="0" indent="0" eaLnBrk="1" hangingPunct="1">
              <a:spcBef>
                <a:spcPct val="0"/>
              </a:spcBef>
              <a:buClrTx/>
              <a:buFontTx/>
              <a:buNone/>
            </a:pPr>
            <a:r>
              <a:rPr lang="en-US" altLang="zh-CN" sz="1600" dirty="0">
                <a:solidFill>
                  <a:schemeClr val="tx1"/>
                </a:solidFill>
              </a:rPr>
              <a:t> </a:t>
            </a:r>
            <a:endParaRPr lang="en-US" altLang="zh-CN" sz="1600" b="0" dirty="0">
              <a:solidFill>
                <a:schemeClr val="tx1"/>
              </a:solidFill>
            </a:endParaRPr>
          </a:p>
          <a:p>
            <a:pPr marL="0" lvl="0" indent="0" eaLnBrk="1" hangingPunct="1">
              <a:spcBef>
                <a:spcPct val="0"/>
              </a:spcBef>
              <a:buClrTx/>
              <a:buFontTx/>
              <a:buNone/>
            </a:pPr>
            <a:r>
              <a:rPr lang="en-US" altLang="zh-CN" sz="1600" dirty="0">
                <a:solidFill>
                  <a:schemeClr val="tx1"/>
                </a:solidFill>
              </a:rPr>
              <a:t> </a:t>
            </a:r>
            <a:endParaRPr lang="en-US" altLang="zh-CN" sz="1600" b="0" dirty="0">
              <a:solidFill>
                <a:schemeClr val="tx1"/>
              </a:solidFill>
            </a:endParaRPr>
          </a:p>
          <a:p>
            <a:pPr marL="0" lvl="0" indent="0" eaLnBrk="1" hangingPunct="1">
              <a:spcBef>
                <a:spcPct val="0"/>
              </a:spcBef>
              <a:buClrTx/>
              <a:buFontTx/>
              <a:buNone/>
            </a:pPr>
            <a:r>
              <a:rPr lang="en-US" altLang="zh-CN" sz="1600" dirty="0">
                <a:solidFill>
                  <a:schemeClr val="tx1"/>
                </a:solidFill>
              </a:rPr>
              <a:t> </a:t>
            </a:r>
            <a:endParaRPr lang="en-US" altLang="zh-CN" sz="1600" b="0" dirty="0">
              <a:solidFill>
                <a:schemeClr val="tx1"/>
              </a:solidFill>
            </a:endParaRPr>
          </a:p>
          <a:p>
            <a:pPr marL="0" lvl="0" indent="0" eaLnBrk="1" hangingPunct="1">
              <a:spcBef>
                <a:spcPct val="0"/>
              </a:spcBef>
              <a:buClrTx/>
              <a:buFontTx/>
              <a:buNone/>
            </a:pPr>
            <a:r>
              <a:rPr lang="en-US" altLang="zh-CN" sz="1600" dirty="0">
                <a:solidFill>
                  <a:schemeClr val="tx1"/>
                </a:solidFill>
              </a:rPr>
              <a:t> </a:t>
            </a:r>
            <a:endParaRPr lang="en-US" altLang="zh-CN" sz="1600" b="0" dirty="0">
              <a:solidFill>
                <a:schemeClr val="tx1"/>
              </a:solidFill>
            </a:endParaRPr>
          </a:p>
          <a:p>
            <a:pPr marL="0" lvl="0" indent="0" eaLnBrk="1" hangingPunct="1">
              <a:spcBef>
                <a:spcPct val="0"/>
              </a:spcBef>
              <a:buClrTx/>
              <a:buFontTx/>
              <a:buNone/>
            </a:pPr>
            <a:r>
              <a:rPr lang="en-US" altLang="zh-CN" sz="1600" dirty="0">
                <a:solidFill>
                  <a:schemeClr val="tx1"/>
                </a:solidFill>
              </a:rPr>
              <a:t>Slock A</a:t>
            </a:r>
            <a:endParaRPr lang="en-US" altLang="zh-CN" sz="1600" b="0" dirty="0">
              <a:solidFill>
                <a:schemeClr val="tx1"/>
              </a:solidFill>
            </a:endParaRPr>
          </a:p>
          <a:p>
            <a:pPr marL="0" lvl="0" indent="0" eaLnBrk="1" hangingPunct="1">
              <a:spcBef>
                <a:spcPct val="0"/>
              </a:spcBef>
              <a:buClrTx/>
              <a:buFontTx/>
              <a:buNone/>
            </a:pPr>
            <a:r>
              <a:rPr lang="zh-CN" altLang="en-US" sz="1600" dirty="0">
                <a:solidFill>
                  <a:schemeClr val="tx1"/>
                </a:solidFill>
              </a:rPr>
              <a:t>等待</a:t>
            </a:r>
            <a:endParaRPr lang="zh-CN" altLang="en-US" sz="1600" b="0" dirty="0">
              <a:solidFill>
                <a:schemeClr val="tx1"/>
              </a:solidFill>
            </a:endParaRPr>
          </a:p>
          <a:p>
            <a:pPr marL="0" lvl="0" indent="0" eaLnBrk="1" hangingPunct="1">
              <a:spcBef>
                <a:spcPct val="0"/>
              </a:spcBef>
              <a:buClrTx/>
              <a:buFontTx/>
              <a:buNone/>
            </a:pPr>
            <a:r>
              <a:rPr lang="zh-CN" altLang="en-US" sz="1600" dirty="0">
                <a:solidFill>
                  <a:schemeClr val="tx1"/>
                </a:solidFill>
              </a:rPr>
              <a:t>等待</a:t>
            </a:r>
            <a:endParaRPr lang="zh-CN" altLang="en-US" sz="1600" b="0" dirty="0">
              <a:solidFill>
                <a:schemeClr val="tx1"/>
              </a:solidFill>
            </a:endParaRPr>
          </a:p>
          <a:p>
            <a:pPr marL="0" lvl="0" indent="0" eaLnBrk="1" hangingPunct="1">
              <a:spcBef>
                <a:spcPct val="0"/>
              </a:spcBef>
              <a:buClrTx/>
              <a:buFontTx/>
              <a:buNone/>
            </a:pPr>
            <a:r>
              <a:rPr lang="zh-CN" altLang="en-US" sz="1600" dirty="0">
                <a:solidFill>
                  <a:schemeClr val="tx1"/>
                </a:solidFill>
              </a:rPr>
              <a:t>等待</a:t>
            </a:r>
            <a:endParaRPr lang="zh-CN" altLang="en-US" sz="1600" b="0" dirty="0">
              <a:solidFill>
                <a:schemeClr val="tx1"/>
              </a:solidFill>
            </a:endParaRPr>
          </a:p>
          <a:p>
            <a:pPr marL="0" lvl="0" indent="0" eaLnBrk="1" hangingPunct="1">
              <a:spcBef>
                <a:spcPct val="0"/>
              </a:spcBef>
              <a:buClrTx/>
              <a:buFontTx/>
              <a:buNone/>
            </a:pPr>
            <a:r>
              <a:rPr lang="zh-CN" altLang="en-US" sz="1600" dirty="0">
                <a:solidFill>
                  <a:schemeClr val="tx1"/>
                </a:solidFill>
              </a:rPr>
              <a:t>等待</a:t>
            </a:r>
            <a:endParaRPr lang="zh-CN" altLang="en-US" sz="1600" b="0" dirty="0">
              <a:solidFill>
                <a:schemeClr val="tx1"/>
              </a:solidFill>
            </a:endParaRPr>
          </a:p>
          <a:p>
            <a:pPr marL="0" lvl="0" indent="0" eaLnBrk="1" hangingPunct="1">
              <a:spcBef>
                <a:spcPct val="0"/>
              </a:spcBef>
              <a:buClrTx/>
              <a:buFontTx/>
              <a:buNone/>
            </a:pPr>
            <a:r>
              <a:rPr lang="en-US" altLang="zh-CN" sz="1600" dirty="0">
                <a:solidFill>
                  <a:schemeClr val="tx1"/>
                </a:solidFill>
              </a:rPr>
              <a:t>Slock A</a:t>
            </a:r>
            <a:endParaRPr lang="en-US" altLang="zh-CN" sz="1600" b="0" dirty="0">
              <a:solidFill>
                <a:schemeClr val="tx1"/>
              </a:solidFill>
            </a:endParaRPr>
          </a:p>
          <a:p>
            <a:pPr marL="0" lvl="0" indent="0" eaLnBrk="1" hangingPunct="1">
              <a:spcBef>
                <a:spcPct val="0"/>
              </a:spcBef>
              <a:buClrTx/>
              <a:buFontTx/>
              <a:buNone/>
            </a:pPr>
            <a:r>
              <a:rPr lang="zh-CN" altLang="en-US" sz="1600" dirty="0">
                <a:solidFill>
                  <a:schemeClr val="tx1"/>
                </a:solidFill>
              </a:rPr>
              <a:t>读</a:t>
            </a:r>
            <a:r>
              <a:rPr lang="en-US" altLang="zh-CN" sz="1600" dirty="0">
                <a:solidFill>
                  <a:schemeClr val="tx1"/>
                </a:solidFill>
              </a:rPr>
              <a:t>A=3</a:t>
            </a:r>
            <a:endParaRPr lang="en-US" altLang="zh-CN" sz="1600" b="0" dirty="0">
              <a:solidFill>
                <a:schemeClr val="tx1"/>
              </a:solidFill>
            </a:endParaRPr>
          </a:p>
          <a:p>
            <a:pPr marL="0" lvl="0" indent="0" eaLnBrk="1" hangingPunct="1">
              <a:spcBef>
                <a:spcPct val="0"/>
              </a:spcBef>
              <a:buClrTx/>
              <a:buFontTx/>
              <a:buNone/>
            </a:pPr>
            <a:r>
              <a:rPr lang="en-US" altLang="zh-CN" sz="1600" dirty="0">
                <a:solidFill>
                  <a:schemeClr val="tx1"/>
                </a:solidFill>
              </a:rPr>
              <a:t>X=A</a:t>
            </a:r>
            <a:endParaRPr lang="en-US" altLang="zh-CN" sz="1600" b="0" dirty="0">
              <a:solidFill>
                <a:schemeClr val="tx1"/>
              </a:solidFill>
            </a:endParaRPr>
          </a:p>
          <a:p>
            <a:pPr marL="0" lvl="0" indent="0" eaLnBrk="1" hangingPunct="1">
              <a:spcBef>
                <a:spcPct val="0"/>
              </a:spcBef>
              <a:buClrTx/>
              <a:buFontTx/>
              <a:buNone/>
            </a:pPr>
            <a:r>
              <a:rPr lang="en-US" altLang="zh-CN" sz="1600" dirty="0">
                <a:solidFill>
                  <a:schemeClr val="tx1"/>
                </a:solidFill>
              </a:rPr>
              <a:t>Unlock A</a:t>
            </a:r>
            <a:endParaRPr lang="en-US" altLang="zh-CN" sz="1600" b="0" dirty="0">
              <a:solidFill>
                <a:schemeClr val="tx1"/>
              </a:solidFill>
            </a:endParaRPr>
          </a:p>
          <a:p>
            <a:pPr marL="0" lvl="0" indent="0" eaLnBrk="1" hangingPunct="1">
              <a:spcBef>
                <a:spcPct val="0"/>
              </a:spcBef>
              <a:buClrTx/>
              <a:buFontTx/>
              <a:buNone/>
            </a:pPr>
            <a:r>
              <a:rPr lang="en-US" altLang="zh-CN" sz="1600" dirty="0">
                <a:solidFill>
                  <a:schemeClr val="tx1"/>
                </a:solidFill>
              </a:rPr>
              <a:t>Xlock B</a:t>
            </a:r>
            <a:endParaRPr lang="en-US" altLang="zh-CN" sz="1600" b="0" dirty="0">
              <a:solidFill>
                <a:schemeClr val="tx1"/>
              </a:solidFill>
            </a:endParaRPr>
          </a:p>
          <a:p>
            <a:pPr marL="0" lvl="0" indent="0" eaLnBrk="1" hangingPunct="1">
              <a:spcBef>
                <a:spcPct val="0"/>
              </a:spcBef>
              <a:buClrTx/>
              <a:buFontTx/>
              <a:buNone/>
            </a:pPr>
            <a:r>
              <a:rPr lang="en-US" altLang="zh-CN" sz="1600" dirty="0">
                <a:solidFill>
                  <a:schemeClr val="tx1"/>
                </a:solidFill>
              </a:rPr>
              <a:t>B=X+1</a:t>
            </a:r>
            <a:endParaRPr lang="en-US" altLang="zh-CN" sz="1600" b="0" dirty="0">
              <a:solidFill>
                <a:schemeClr val="tx1"/>
              </a:solidFill>
            </a:endParaRPr>
          </a:p>
          <a:p>
            <a:pPr marL="0" lvl="0" indent="0" eaLnBrk="1" hangingPunct="1">
              <a:spcBef>
                <a:spcPct val="0"/>
              </a:spcBef>
              <a:buClrTx/>
              <a:buFontTx/>
              <a:buNone/>
            </a:pPr>
            <a:r>
              <a:rPr lang="zh-CN" altLang="en-US" sz="1600" dirty="0">
                <a:solidFill>
                  <a:schemeClr val="tx1"/>
                </a:solidFill>
              </a:rPr>
              <a:t>写回</a:t>
            </a:r>
            <a:r>
              <a:rPr lang="en-US" altLang="zh-CN" sz="1600" dirty="0">
                <a:solidFill>
                  <a:schemeClr val="tx1"/>
                </a:solidFill>
              </a:rPr>
              <a:t>B=4</a:t>
            </a:r>
            <a:endParaRPr lang="en-US" altLang="zh-CN" sz="1600" b="0" dirty="0">
              <a:solidFill>
                <a:schemeClr val="tx1"/>
              </a:solidFill>
            </a:endParaRPr>
          </a:p>
          <a:p>
            <a:pPr marL="0" lvl="0" indent="0" eaLnBrk="1" hangingPunct="1">
              <a:spcBef>
                <a:spcPct val="0"/>
              </a:spcBef>
              <a:buClrTx/>
              <a:buFontTx/>
              <a:buNone/>
            </a:pPr>
            <a:r>
              <a:rPr lang="en-US" altLang="zh-CN" sz="1600" dirty="0">
                <a:solidFill>
                  <a:schemeClr val="tx1"/>
                </a:solidFill>
              </a:rPr>
              <a:t>Unlock B</a:t>
            </a:r>
            <a:r>
              <a:rPr lang="en-US" altLang="zh-CN" sz="1600" b="0" dirty="0">
                <a:solidFill>
                  <a:schemeClr val="tx1"/>
                </a:solidFill>
              </a:rPr>
              <a:t> </a:t>
            </a:r>
            <a:endParaRPr lang="en-US" altLang="zh-CN" sz="1600" b="0" dirty="0">
              <a:solidFill>
                <a:schemeClr val="tx1"/>
              </a:solidFill>
            </a:endParaRPr>
          </a:p>
        </p:txBody>
      </p:sp>
      <p:sp>
        <p:nvSpPr>
          <p:cNvPr id="68616" name="Line 10"/>
          <p:cNvSpPr/>
          <p:nvPr/>
        </p:nvSpPr>
        <p:spPr>
          <a:xfrm>
            <a:off x="1003300" y="1193800"/>
            <a:ext cx="7162800" cy="0"/>
          </a:xfrm>
          <a:prstGeom prst="line">
            <a:avLst/>
          </a:prstGeom>
          <a:ln w="28575" cap="flat" cmpd="sng">
            <a:solidFill>
              <a:schemeClr val="tx1"/>
            </a:solidFill>
            <a:prstDash val="solid"/>
            <a:headEnd type="none" w="med" len="med"/>
            <a:tailEnd type="none" w="med" len="med"/>
          </a:ln>
        </p:spPr>
      </p:sp>
      <p:sp>
        <p:nvSpPr>
          <p:cNvPr id="68617" name="Line 11"/>
          <p:cNvSpPr/>
          <p:nvPr/>
        </p:nvSpPr>
        <p:spPr>
          <a:xfrm>
            <a:off x="3060700" y="889000"/>
            <a:ext cx="0" cy="4800600"/>
          </a:xfrm>
          <a:prstGeom prst="line">
            <a:avLst/>
          </a:prstGeom>
          <a:ln w="28575" cap="flat" cmpd="sng">
            <a:solidFill>
              <a:schemeClr val="tx1"/>
            </a:solidFill>
            <a:prstDash val="solid"/>
            <a:headEnd type="none" w="med" len="med"/>
            <a:tailEnd type="none" w="med" len="med"/>
          </a:ln>
        </p:spPr>
      </p:sp>
      <p:sp>
        <p:nvSpPr>
          <p:cNvPr id="68618" name="Line 12"/>
          <p:cNvSpPr/>
          <p:nvPr/>
        </p:nvSpPr>
        <p:spPr>
          <a:xfrm>
            <a:off x="1917700" y="889000"/>
            <a:ext cx="0" cy="4724400"/>
          </a:xfrm>
          <a:prstGeom prst="line">
            <a:avLst/>
          </a:prstGeom>
          <a:ln w="28575" cap="flat" cmpd="sng">
            <a:solidFill>
              <a:schemeClr val="tx1"/>
            </a:solidFill>
            <a:prstDash val="dash"/>
            <a:headEnd type="none" w="med" len="med"/>
            <a:tailEnd type="none" w="med" len="med"/>
          </a:ln>
        </p:spPr>
      </p:sp>
      <p:sp>
        <p:nvSpPr>
          <p:cNvPr id="68619" name="Line 13"/>
          <p:cNvSpPr/>
          <p:nvPr/>
        </p:nvSpPr>
        <p:spPr>
          <a:xfrm>
            <a:off x="4356100" y="965200"/>
            <a:ext cx="0" cy="4724400"/>
          </a:xfrm>
          <a:prstGeom prst="line">
            <a:avLst/>
          </a:prstGeom>
          <a:ln w="28575" cap="flat" cmpd="sng">
            <a:solidFill>
              <a:schemeClr val="tx1"/>
            </a:solidFill>
            <a:prstDash val="dash"/>
            <a:headEnd type="none" w="med" len="med"/>
            <a:tailEnd type="none" w="med" len="med"/>
          </a:ln>
        </p:spPr>
      </p:sp>
      <p:sp>
        <p:nvSpPr>
          <p:cNvPr id="68620" name="Rectangle 14"/>
          <p:cNvSpPr/>
          <p:nvPr/>
        </p:nvSpPr>
        <p:spPr>
          <a:xfrm>
            <a:off x="698500" y="6032500"/>
            <a:ext cx="2286000" cy="381000"/>
          </a:xfrm>
          <a:prstGeom prst="rect">
            <a:avLst/>
          </a:prstGeom>
          <a:noFill/>
          <a:ln w="28575">
            <a:noFill/>
          </a:ln>
        </p:spPr>
        <p:txBody>
          <a:bodyPr wrap="none" lIns="90000" tIns="46800" rIns="90000" bIns="46800"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algn="ctr" eaLnBrk="1" hangingPunct="1">
              <a:spcBef>
                <a:spcPct val="0"/>
              </a:spcBef>
              <a:buClrTx/>
              <a:buFontTx/>
              <a:buNone/>
            </a:pPr>
            <a:r>
              <a:rPr lang="en-US" altLang="zh-CN" sz="2000" dirty="0">
                <a:solidFill>
                  <a:schemeClr val="tx1"/>
                </a:solidFill>
              </a:rPr>
              <a:t> (a) </a:t>
            </a:r>
            <a:r>
              <a:rPr lang="zh-CN" altLang="en-US" sz="2000" dirty="0">
                <a:solidFill>
                  <a:schemeClr val="tx1"/>
                </a:solidFill>
              </a:rPr>
              <a:t>遵守两段锁协议</a:t>
            </a:r>
            <a:r>
              <a:rPr lang="zh-CN" altLang="en-US" sz="2000" b="0" dirty="0">
                <a:solidFill>
                  <a:schemeClr val="tx1"/>
                </a:solidFill>
              </a:rPr>
              <a:t> </a:t>
            </a:r>
            <a:endParaRPr lang="zh-CN" altLang="en-US" sz="2000" b="0" dirty="0">
              <a:solidFill>
                <a:schemeClr val="tx1"/>
              </a:solidFill>
            </a:endParaRPr>
          </a:p>
        </p:txBody>
      </p:sp>
      <p:sp>
        <p:nvSpPr>
          <p:cNvPr id="68621" name="Rectangle 15"/>
          <p:cNvSpPr/>
          <p:nvPr/>
        </p:nvSpPr>
        <p:spPr>
          <a:xfrm>
            <a:off x="3289300" y="6045200"/>
            <a:ext cx="2286000" cy="381000"/>
          </a:xfrm>
          <a:prstGeom prst="rect">
            <a:avLst/>
          </a:prstGeom>
          <a:noFill/>
          <a:ln w="28575">
            <a:noFill/>
          </a:ln>
        </p:spPr>
        <p:txBody>
          <a:bodyPr wrap="none" lIns="90000" tIns="46800" rIns="90000" bIns="46800"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algn="ctr" eaLnBrk="1" hangingPunct="1">
              <a:spcBef>
                <a:spcPct val="0"/>
              </a:spcBef>
              <a:buClrTx/>
              <a:buFontTx/>
              <a:buNone/>
            </a:pPr>
            <a:r>
              <a:rPr lang="en-US" altLang="zh-CN" sz="2000" dirty="0">
                <a:solidFill>
                  <a:schemeClr val="tx1"/>
                </a:solidFill>
              </a:rPr>
              <a:t>(b) </a:t>
            </a:r>
            <a:r>
              <a:rPr lang="zh-CN" altLang="en-US" sz="2000" dirty="0">
                <a:solidFill>
                  <a:schemeClr val="tx1"/>
                </a:solidFill>
              </a:rPr>
              <a:t>不遵守两段锁协议 </a:t>
            </a:r>
            <a:endParaRPr lang="zh-CN" altLang="en-US" sz="2000" dirty="0">
              <a:solidFill>
                <a:schemeClr val="tx1"/>
              </a:solidFill>
            </a:endParaRPr>
          </a:p>
        </p:txBody>
      </p:sp>
      <p:sp>
        <p:nvSpPr>
          <p:cNvPr id="68622" name="Rectangle 16"/>
          <p:cNvSpPr/>
          <p:nvPr/>
        </p:nvSpPr>
        <p:spPr>
          <a:xfrm>
            <a:off x="5651500" y="1041400"/>
            <a:ext cx="1447800" cy="4495800"/>
          </a:xfrm>
          <a:prstGeom prst="rect">
            <a:avLst/>
          </a:prstGeom>
          <a:noFill/>
          <a:ln w="28575">
            <a:noFill/>
          </a:ln>
        </p:spPr>
        <p:txBody>
          <a:bodyPr wrap="none" lIns="90000" tIns="46800" rIns="90000" bIns="46800"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eaLnBrk="1" hangingPunct="1">
              <a:spcBef>
                <a:spcPct val="0"/>
              </a:spcBef>
              <a:buClrTx/>
              <a:buFontTx/>
              <a:buNone/>
            </a:pPr>
            <a:r>
              <a:rPr lang="en-US" altLang="zh-CN" sz="1600" dirty="0">
                <a:solidFill>
                  <a:schemeClr val="tx1"/>
                </a:solidFill>
              </a:rPr>
              <a:t>T</a:t>
            </a:r>
            <a:r>
              <a:rPr lang="en-US" altLang="zh-CN" sz="1600" baseline="-30000" dirty="0">
                <a:solidFill>
                  <a:schemeClr val="tx1"/>
                </a:solidFill>
              </a:rPr>
              <a:t>1</a:t>
            </a:r>
            <a:endParaRPr lang="en-US" altLang="zh-CN" sz="1600" b="0" dirty="0">
              <a:solidFill>
                <a:schemeClr val="tx1"/>
              </a:solidFill>
            </a:endParaRPr>
          </a:p>
          <a:p>
            <a:pPr marL="0" lvl="0" indent="0" eaLnBrk="1" hangingPunct="1">
              <a:spcBef>
                <a:spcPct val="0"/>
              </a:spcBef>
              <a:buClrTx/>
              <a:buFontTx/>
              <a:buNone/>
            </a:pPr>
            <a:endParaRPr lang="en-US" altLang="zh-CN" sz="1600" dirty="0">
              <a:solidFill>
                <a:schemeClr val="tx1"/>
              </a:solidFill>
            </a:endParaRPr>
          </a:p>
          <a:p>
            <a:pPr marL="0" lvl="0" indent="0" eaLnBrk="1" hangingPunct="1">
              <a:spcBef>
                <a:spcPct val="0"/>
              </a:spcBef>
              <a:buClrTx/>
              <a:buFontTx/>
              <a:buNone/>
            </a:pPr>
            <a:endParaRPr lang="en-US" altLang="zh-CN" sz="1600" dirty="0">
              <a:solidFill>
                <a:schemeClr val="tx1"/>
              </a:solidFill>
            </a:endParaRPr>
          </a:p>
          <a:p>
            <a:pPr marL="0" lvl="0" indent="0" eaLnBrk="1" hangingPunct="1">
              <a:spcBef>
                <a:spcPct val="0"/>
              </a:spcBef>
              <a:buClrTx/>
              <a:buFontTx/>
              <a:buNone/>
            </a:pPr>
            <a:endParaRPr lang="en-US" altLang="zh-CN" sz="1600" dirty="0">
              <a:solidFill>
                <a:schemeClr val="tx1"/>
              </a:solidFill>
            </a:endParaRPr>
          </a:p>
          <a:p>
            <a:pPr marL="0" lvl="0" indent="0" eaLnBrk="1" hangingPunct="1">
              <a:spcBef>
                <a:spcPct val="0"/>
              </a:spcBef>
              <a:buClrTx/>
              <a:buFontTx/>
              <a:buNone/>
            </a:pPr>
            <a:endParaRPr lang="en-US" altLang="zh-CN" sz="1600" dirty="0">
              <a:solidFill>
                <a:schemeClr val="tx1"/>
              </a:solidFill>
            </a:endParaRPr>
          </a:p>
          <a:p>
            <a:pPr marL="0" lvl="0" indent="0" eaLnBrk="1" hangingPunct="1">
              <a:spcBef>
                <a:spcPct val="0"/>
              </a:spcBef>
              <a:buClrTx/>
              <a:buFontTx/>
              <a:buNone/>
            </a:pPr>
            <a:endParaRPr lang="en-US" altLang="zh-CN" sz="1600" dirty="0">
              <a:solidFill>
                <a:schemeClr val="tx1"/>
              </a:solidFill>
            </a:endParaRPr>
          </a:p>
          <a:p>
            <a:pPr marL="0" lvl="0" indent="0" eaLnBrk="1" hangingPunct="1">
              <a:spcBef>
                <a:spcPct val="0"/>
              </a:spcBef>
              <a:buClrTx/>
              <a:buFontTx/>
              <a:buNone/>
            </a:pPr>
            <a:r>
              <a:rPr lang="en-US" altLang="zh-CN" sz="1600" dirty="0">
                <a:solidFill>
                  <a:schemeClr val="tx1"/>
                </a:solidFill>
              </a:rPr>
              <a:t>Slock B</a:t>
            </a:r>
            <a:endParaRPr lang="en-US" altLang="zh-CN" sz="1600" b="0" dirty="0">
              <a:solidFill>
                <a:schemeClr val="tx1"/>
              </a:solidFill>
            </a:endParaRPr>
          </a:p>
          <a:p>
            <a:pPr marL="0" lvl="0" indent="0" eaLnBrk="1" hangingPunct="1">
              <a:spcBef>
                <a:spcPct val="0"/>
              </a:spcBef>
              <a:buClrTx/>
              <a:buFontTx/>
              <a:buNone/>
            </a:pPr>
            <a:r>
              <a:rPr lang="zh-CN" altLang="en-US" sz="1600" dirty="0">
                <a:solidFill>
                  <a:schemeClr val="tx1"/>
                </a:solidFill>
              </a:rPr>
              <a:t>读</a:t>
            </a:r>
            <a:r>
              <a:rPr lang="en-US" altLang="zh-CN" sz="1600" dirty="0">
                <a:solidFill>
                  <a:schemeClr val="tx1"/>
                </a:solidFill>
              </a:rPr>
              <a:t>B=2</a:t>
            </a:r>
            <a:endParaRPr lang="en-US" altLang="zh-CN" sz="1600" b="0" dirty="0">
              <a:solidFill>
                <a:schemeClr val="tx1"/>
              </a:solidFill>
            </a:endParaRPr>
          </a:p>
          <a:p>
            <a:pPr marL="0" lvl="0" indent="0" eaLnBrk="1" hangingPunct="1">
              <a:spcBef>
                <a:spcPct val="0"/>
              </a:spcBef>
              <a:buClrTx/>
              <a:buFontTx/>
              <a:buNone/>
            </a:pPr>
            <a:r>
              <a:rPr lang="en-US" altLang="zh-CN" sz="1600" dirty="0">
                <a:solidFill>
                  <a:schemeClr val="tx1"/>
                </a:solidFill>
              </a:rPr>
              <a:t>Y=B</a:t>
            </a:r>
            <a:endParaRPr lang="en-US" altLang="zh-CN" sz="1600" b="0" dirty="0">
              <a:solidFill>
                <a:schemeClr val="tx1"/>
              </a:solidFill>
            </a:endParaRPr>
          </a:p>
          <a:p>
            <a:pPr marL="0" lvl="0" indent="0" eaLnBrk="1" hangingPunct="1">
              <a:spcBef>
                <a:spcPct val="0"/>
              </a:spcBef>
              <a:buClrTx/>
              <a:buFontTx/>
              <a:buNone/>
            </a:pPr>
            <a:r>
              <a:rPr lang="en-US" altLang="zh-CN" sz="1600" dirty="0">
                <a:solidFill>
                  <a:schemeClr val="tx1"/>
                </a:solidFill>
              </a:rPr>
              <a:t>Unlock B</a:t>
            </a:r>
            <a:endParaRPr lang="en-US" altLang="zh-CN" sz="1600" b="0" dirty="0">
              <a:solidFill>
                <a:schemeClr val="tx1"/>
              </a:solidFill>
            </a:endParaRPr>
          </a:p>
          <a:p>
            <a:pPr marL="0" lvl="0" indent="0" eaLnBrk="1" hangingPunct="1">
              <a:spcBef>
                <a:spcPct val="0"/>
              </a:spcBef>
              <a:buClrTx/>
              <a:buFontTx/>
              <a:buNone/>
            </a:pPr>
            <a:endParaRPr lang="en-US" altLang="zh-CN" sz="1600" dirty="0">
              <a:solidFill>
                <a:schemeClr val="tx1"/>
              </a:solidFill>
            </a:endParaRPr>
          </a:p>
          <a:p>
            <a:pPr marL="0" lvl="0" indent="0" eaLnBrk="1" hangingPunct="1">
              <a:spcBef>
                <a:spcPct val="0"/>
              </a:spcBef>
              <a:buClrTx/>
              <a:buFontTx/>
              <a:buNone/>
            </a:pPr>
            <a:endParaRPr lang="en-US" altLang="zh-CN" sz="1600" dirty="0">
              <a:solidFill>
                <a:schemeClr val="tx1"/>
              </a:solidFill>
            </a:endParaRPr>
          </a:p>
          <a:p>
            <a:pPr marL="0" lvl="0" indent="0" eaLnBrk="1" hangingPunct="1">
              <a:spcBef>
                <a:spcPct val="0"/>
              </a:spcBef>
              <a:buClrTx/>
              <a:buFontTx/>
              <a:buNone/>
            </a:pPr>
            <a:endParaRPr lang="en-US" altLang="zh-CN" sz="1600" dirty="0">
              <a:solidFill>
                <a:schemeClr val="tx1"/>
              </a:solidFill>
            </a:endParaRPr>
          </a:p>
          <a:p>
            <a:pPr marL="0" lvl="0" indent="0" eaLnBrk="1" hangingPunct="1">
              <a:spcBef>
                <a:spcPct val="0"/>
              </a:spcBef>
              <a:buClrTx/>
              <a:buFontTx/>
              <a:buNone/>
            </a:pPr>
            <a:endParaRPr lang="en-US" altLang="zh-CN" sz="1600" dirty="0">
              <a:solidFill>
                <a:schemeClr val="tx1"/>
              </a:solidFill>
            </a:endParaRPr>
          </a:p>
          <a:p>
            <a:pPr marL="0" lvl="0" indent="0" eaLnBrk="1" hangingPunct="1">
              <a:spcBef>
                <a:spcPct val="0"/>
              </a:spcBef>
              <a:buClrTx/>
              <a:buFontTx/>
              <a:buNone/>
            </a:pPr>
            <a:endParaRPr lang="en-US" altLang="zh-CN" sz="1600" dirty="0">
              <a:solidFill>
                <a:schemeClr val="tx1"/>
              </a:solidFill>
            </a:endParaRPr>
          </a:p>
          <a:p>
            <a:pPr marL="0" lvl="0" indent="0" eaLnBrk="1" hangingPunct="1">
              <a:spcBef>
                <a:spcPct val="0"/>
              </a:spcBef>
              <a:buClrTx/>
              <a:buFontTx/>
              <a:buNone/>
            </a:pPr>
            <a:r>
              <a:rPr lang="en-US" altLang="zh-CN" sz="1600" dirty="0">
                <a:solidFill>
                  <a:schemeClr val="tx1"/>
                </a:solidFill>
              </a:rPr>
              <a:t>Xlock A</a:t>
            </a:r>
            <a:endParaRPr lang="en-US" altLang="zh-CN" sz="1600" b="0" dirty="0">
              <a:solidFill>
                <a:schemeClr val="tx1"/>
              </a:solidFill>
            </a:endParaRPr>
          </a:p>
          <a:p>
            <a:pPr marL="0" lvl="0" indent="0" eaLnBrk="1" hangingPunct="1">
              <a:spcBef>
                <a:spcPct val="0"/>
              </a:spcBef>
              <a:buClrTx/>
              <a:buFontTx/>
              <a:buNone/>
            </a:pPr>
            <a:r>
              <a:rPr lang="en-US" altLang="zh-CN" sz="1600" dirty="0">
                <a:solidFill>
                  <a:schemeClr val="tx1"/>
                </a:solidFill>
              </a:rPr>
              <a:t>A=Y+1</a:t>
            </a:r>
            <a:endParaRPr lang="en-US" altLang="zh-CN" sz="1600" b="0" dirty="0">
              <a:solidFill>
                <a:schemeClr val="tx1"/>
              </a:solidFill>
            </a:endParaRPr>
          </a:p>
          <a:p>
            <a:pPr marL="0" lvl="0" indent="0" eaLnBrk="1" hangingPunct="1">
              <a:spcBef>
                <a:spcPct val="0"/>
              </a:spcBef>
              <a:buClrTx/>
              <a:buFontTx/>
              <a:buNone/>
            </a:pPr>
            <a:r>
              <a:rPr lang="zh-CN" altLang="en-US" sz="1600" dirty="0">
                <a:solidFill>
                  <a:schemeClr val="tx1"/>
                </a:solidFill>
              </a:rPr>
              <a:t>写回</a:t>
            </a:r>
            <a:r>
              <a:rPr lang="en-US" altLang="zh-CN" sz="1600" dirty="0">
                <a:solidFill>
                  <a:schemeClr val="tx1"/>
                </a:solidFill>
              </a:rPr>
              <a:t>A=3</a:t>
            </a:r>
            <a:endParaRPr lang="en-US" altLang="zh-CN" sz="1600" b="0" dirty="0">
              <a:solidFill>
                <a:schemeClr val="tx1"/>
              </a:solidFill>
            </a:endParaRPr>
          </a:p>
          <a:p>
            <a:pPr marL="0" lvl="0" indent="0" eaLnBrk="1" hangingPunct="1">
              <a:spcBef>
                <a:spcPct val="0"/>
              </a:spcBef>
              <a:buClrTx/>
              <a:buFontTx/>
              <a:buNone/>
            </a:pPr>
            <a:r>
              <a:rPr lang="en-US" altLang="zh-CN" sz="1600" dirty="0">
                <a:solidFill>
                  <a:schemeClr val="tx1"/>
                </a:solidFill>
              </a:rPr>
              <a:t>Unlock A</a:t>
            </a:r>
            <a:endParaRPr lang="en-US" altLang="zh-CN" sz="1800" b="0" dirty="0">
              <a:solidFill>
                <a:schemeClr val="tx1"/>
              </a:solidFill>
            </a:endParaRPr>
          </a:p>
        </p:txBody>
      </p:sp>
      <p:sp>
        <p:nvSpPr>
          <p:cNvPr id="68623" name="Rectangle 17"/>
          <p:cNvSpPr/>
          <p:nvPr/>
        </p:nvSpPr>
        <p:spPr>
          <a:xfrm>
            <a:off x="7023100" y="965200"/>
            <a:ext cx="1447800" cy="4495800"/>
          </a:xfrm>
          <a:prstGeom prst="rect">
            <a:avLst/>
          </a:prstGeom>
          <a:noFill/>
          <a:ln w="28575">
            <a:noFill/>
          </a:ln>
        </p:spPr>
        <p:txBody>
          <a:bodyPr wrap="none" lIns="90000" tIns="46800" rIns="90000" bIns="46800"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eaLnBrk="1" hangingPunct="1">
              <a:spcBef>
                <a:spcPct val="0"/>
              </a:spcBef>
              <a:buClrTx/>
              <a:buFontTx/>
              <a:buNone/>
            </a:pPr>
            <a:r>
              <a:rPr lang="en-US" altLang="zh-CN" sz="1600" dirty="0">
                <a:solidFill>
                  <a:schemeClr val="tx1"/>
                </a:solidFill>
              </a:rPr>
              <a:t>T</a:t>
            </a:r>
            <a:r>
              <a:rPr lang="en-US" altLang="zh-CN" sz="1600" baseline="-30000" dirty="0">
                <a:solidFill>
                  <a:schemeClr val="tx1"/>
                </a:solidFill>
              </a:rPr>
              <a:t>2</a:t>
            </a:r>
            <a:endParaRPr lang="en-US" altLang="zh-CN" sz="1600" b="0" dirty="0">
              <a:solidFill>
                <a:schemeClr val="tx1"/>
              </a:solidFill>
            </a:endParaRPr>
          </a:p>
          <a:p>
            <a:pPr marL="0" lvl="0" indent="0" eaLnBrk="1" hangingPunct="1">
              <a:spcBef>
                <a:spcPct val="0"/>
              </a:spcBef>
              <a:buClrTx/>
              <a:buFontTx/>
              <a:buNone/>
            </a:pPr>
            <a:r>
              <a:rPr lang="en-US" altLang="zh-CN" sz="1600" dirty="0">
                <a:solidFill>
                  <a:schemeClr val="tx1"/>
                </a:solidFill>
              </a:rPr>
              <a:t>  </a:t>
            </a:r>
            <a:endParaRPr lang="en-US" altLang="zh-CN" sz="1600" b="0" dirty="0">
              <a:solidFill>
                <a:schemeClr val="tx1"/>
              </a:solidFill>
            </a:endParaRPr>
          </a:p>
          <a:p>
            <a:pPr marL="0" lvl="0" indent="0" eaLnBrk="1" hangingPunct="1">
              <a:spcBef>
                <a:spcPct val="0"/>
              </a:spcBef>
              <a:buClrTx/>
              <a:buFontTx/>
              <a:buNone/>
            </a:pPr>
            <a:r>
              <a:rPr lang="en-US" altLang="zh-CN" sz="1600" dirty="0">
                <a:solidFill>
                  <a:schemeClr val="tx1"/>
                </a:solidFill>
              </a:rPr>
              <a:t>Slock A</a:t>
            </a:r>
            <a:endParaRPr lang="en-US" altLang="zh-CN" sz="1600" b="0" dirty="0">
              <a:solidFill>
                <a:schemeClr val="tx1"/>
              </a:solidFill>
            </a:endParaRPr>
          </a:p>
          <a:p>
            <a:pPr marL="0" lvl="0" indent="0" eaLnBrk="1" hangingPunct="1">
              <a:spcBef>
                <a:spcPct val="0"/>
              </a:spcBef>
              <a:buClrTx/>
              <a:buFontTx/>
              <a:buNone/>
            </a:pPr>
            <a:r>
              <a:rPr lang="zh-CN" altLang="en-US" sz="1600" dirty="0">
                <a:solidFill>
                  <a:schemeClr val="tx1"/>
                </a:solidFill>
              </a:rPr>
              <a:t>读</a:t>
            </a:r>
            <a:r>
              <a:rPr lang="en-US" altLang="zh-CN" sz="1600" dirty="0">
                <a:solidFill>
                  <a:schemeClr val="tx1"/>
                </a:solidFill>
              </a:rPr>
              <a:t>A=2</a:t>
            </a:r>
            <a:endParaRPr lang="en-US" altLang="zh-CN" sz="1600" b="0" dirty="0">
              <a:solidFill>
                <a:schemeClr val="tx1"/>
              </a:solidFill>
            </a:endParaRPr>
          </a:p>
          <a:p>
            <a:pPr marL="0" lvl="0" indent="0" eaLnBrk="1" hangingPunct="1">
              <a:spcBef>
                <a:spcPct val="0"/>
              </a:spcBef>
              <a:buClrTx/>
              <a:buFontTx/>
              <a:buNone/>
            </a:pPr>
            <a:r>
              <a:rPr lang="en-US" altLang="zh-CN" sz="1600" dirty="0">
                <a:solidFill>
                  <a:schemeClr val="tx1"/>
                </a:solidFill>
              </a:rPr>
              <a:t>X=A</a:t>
            </a:r>
            <a:endParaRPr lang="en-US" altLang="zh-CN" sz="1600" b="0" dirty="0">
              <a:solidFill>
                <a:schemeClr val="tx1"/>
              </a:solidFill>
            </a:endParaRPr>
          </a:p>
          <a:p>
            <a:pPr marL="0" lvl="0" indent="0" eaLnBrk="1" hangingPunct="1">
              <a:spcBef>
                <a:spcPct val="0"/>
              </a:spcBef>
              <a:buClrTx/>
              <a:buFontTx/>
              <a:buNone/>
            </a:pPr>
            <a:r>
              <a:rPr lang="en-US" altLang="zh-CN" sz="1600" dirty="0">
                <a:solidFill>
                  <a:schemeClr val="tx1"/>
                </a:solidFill>
              </a:rPr>
              <a:t>Unlock A</a:t>
            </a:r>
            <a:endParaRPr lang="en-US" altLang="zh-CN" sz="1600" dirty="0">
              <a:solidFill>
                <a:schemeClr val="tx1"/>
              </a:solidFill>
            </a:endParaRPr>
          </a:p>
          <a:p>
            <a:pPr marL="0" lvl="0" indent="0" eaLnBrk="1" hangingPunct="1">
              <a:spcBef>
                <a:spcPct val="0"/>
              </a:spcBef>
              <a:buClrTx/>
              <a:buFontTx/>
              <a:buNone/>
            </a:pPr>
            <a:endParaRPr lang="en-US" altLang="zh-CN" sz="1600" dirty="0">
              <a:solidFill>
                <a:schemeClr val="tx1"/>
              </a:solidFill>
            </a:endParaRPr>
          </a:p>
          <a:p>
            <a:pPr marL="0" lvl="0" indent="0" eaLnBrk="1" hangingPunct="1">
              <a:spcBef>
                <a:spcPct val="0"/>
              </a:spcBef>
              <a:buClrTx/>
              <a:buFontTx/>
              <a:buNone/>
            </a:pPr>
            <a:endParaRPr lang="en-US" altLang="zh-CN" sz="1600" dirty="0">
              <a:solidFill>
                <a:schemeClr val="tx1"/>
              </a:solidFill>
            </a:endParaRPr>
          </a:p>
          <a:p>
            <a:pPr marL="0" lvl="0" indent="0" eaLnBrk="1" hangingPunct="1">
              <a:spcBef>
                <a:spcPct val="0"/>
              </a:spcBef>
              <a:buClrTx/>
              <a:buFontTx/>
              <a:buNone/>
            </a:pPr>
            <a:r>
              <a:rPr lang="en-US" altLang="zh-CN" sz="1600" dirty="0">
                <a:solidFill>
                  <a:schemeClr val="tx1"/>
                </a:solidFill>
              </a:rPr>
              <a:t>Xlock B</a:t>
            </a:r>
            <a:endParaRPr lang="en-US" altLang="zh-CN" sz="1600" dirty="0">
              <a:solidFill>
                <a:schemeClr val="tx1"/>
              </a:solidFill>
            </a:endParaRPr>
          </a:p>
          <a:p>
            <a:pPr marL="0" lvl="0" indent="0" eaLnBrk="1" hangingPunct="1">
              <a:spcBef>
                <a:spcPct val="0"/>
              </a:spcBef>
              <a:buClrTx/>
              <a:buFontTx/>
              <a:buNone/>
            </a:pPr>
            <a:r>
              <a:rPr lang="zh-CN" altLang="en-US" sz="1600" dirty="0">
                <a:solidFill>
                  <a:schemeClr val="tx1"/>
                </a:solidFill>
              </a:rPr>
              <a:t>等待</a:t>
            </a:r>
            <a:endParaRPr lang="zh-CN" altLang="en-US" sz="1600" dirty="0">
              <a:solidFill>
                <a:schemeClr val="tx1"/>
              </a:solidFill>
            </a:endParaRPr>
          </a:p>
          <a:p>
            <a:pPr marL="0" lvl="0" indent="0" eaLnBrk="1" hangingPunct="1">
              <a:spcBef>
                <a:spcPct val="0"/>
              </a:spcBef>
              <a:buClrTx/>
              <a:buFontTx/>
              <a:buNone/>
            </a:pPr>
            <a:r>
              <a:rPr lang="en-US" altLang="zh-CN" sz="1600" dirty="0">
                <a:solidFill>
                  <a:schemeClr val="tx1"/>
                </a:solidFill>
              </a:rPr>
              <a:t>Xlock B</a:t>
            </a:r>
            <a:endParaRPr lang="en-US" altLang="zh-CN" sz="1600" b="0" dirty="0">
              <a:solidFill>
                <a:schemeClr val="tx1"/>
              </a:solidFill>
            </a:endParaRPr>
          </a:p>
          <a:p>
            <a:pPr marL="0" lvl="0" indent="0" eaLnBrk="1" hangingPunct="1">
              <a:spcBef>
                <a:spcPct val="0"/>
              </a:spcBef>
              <a:buClrTx/>
              <a:buFontTx/>
              <a:buNone/>
            </a:pPr>
            <a:r>
              <a:rPr lang="en-US" altLang="zh-CN" sz="1600" dirty="0">
                <a:solidFill>
                  <a:schemeClr val="tx1"/>
                </a:solidFill>
              </a:rPr>
              <a:t>B=X+1</a:t>
            </a:r>
            <a:endParaRPr lang="en-US" altLang="zh-CN" sz="1600" b="0" dirty="0">
              <a:solidFill>
                <a:schemeClr val="tx1"/>
              </a:solidFill>
            </a:endParaRPr>
          </a:p>
          <a:p>
            <a:pPr marL="0" lvl="0" indent="0" eaLnBrk="1" hangingPunct="1">
              <a:spcBef>
                <a:spcPct val="0"/>
              </a:spcBef>
              <a:buClrTx/>
              <a:buFontTx/>
              <a:buNone/>
            </a:pPr>
            <a:r>
              <a:rPr lang="zh-CN" altLang="en-US" sz="1600" dirty="0">
                <a:solidFill>
                  <a:schemeClr val="tx1"/>
                </a:solidFill>
              </a:rPr>
              <a:t>写回</a:t>
            </a:r>
            <a:r>
              <a:rPr lang="en-US" altLang="zh-CN" sz="1600" dirty="0">
                <a:solidFill>
                  <a:schemeClr val="tx1"/>
                </a:solidFill>
              </a:rPr>
              <a:t>B=3</a:t>
            </a:r>
            <a:endParaRPr lang="en-US" altLang="zh-CN" sz="1600" b="0" dirty="0">
              <a:solidFill>
                <a:schemeClr val="tx1"/>
              </a:solidFill>
            </a:endParaRPr>
          </a:p>
          <a:p>
            <a:pPr marL="0" lvl="0" indent="0" eaLnBrk="1" hangingPunct="1">
              <a:spcBef>
                <a:spcPct val="0"/>
              </a:spcBef>
              <a:buClrTx/>
              <a:buFontTx/>
              <a:buNone/>
            </a:pPr>
            <a:r>
              <a:rPr lang="en-US" altLang="zh-CN" sz="1600" dirty="0">
                <a:solidFill>
                  <a:schemeClr val="tx1"/>
                </a:solidFill>
              </a:rPr>
              <a:t>Unlock B</a:t>
            </a:r>
            <a:r>
              <a:rPr lang="en-US" altLang="zh-CN" sz="1600" b="0" dirty="0">
                <a:solidFill>
                  <a:schemeClr val="tx1"/>
                </a:solidFill>
              </a:rPr>
              <a:t> </a:t>
            </a:r>
            <a:endParaRPr lang="en-US" altLang="zh-CN" sz="1600" dirty="0">
              <a:solidFill>
                <a:schemeClr val="tx1"/>
              </a:solidFill>
            </a:endParaRPr>
          </a:p>
          <a:p>
            <a:pPr marL="0" lvl="0" indent="0" eaLnBrk="1" hangingPunct="1">
              <a:spcBef>
                <a:spcPct val="0"/>
              </a:spcBef>
              <a:buClrTx/>
              <a:buFontTx/>
              <a:buNone/>
            </a:pPr>
            <a:endParaRPr lang="en-US" altLang="zh-CN" sz="1600" dirty="0">
              <a:solidFill>
                <a:schemeClr val="tx1"/>
              </a:solidFill>
            </a:endParaRPr>
          </a:p>
          <a:p>
            <a:pPr marL="0" lvl="0" indent="0" eaLnBrk="1" hangingPunct="1">
              <a:spcBef>
                <a:spcPct val="0"/>
              </a:spcBef>
              <a:buClrTx/>
              <a:buFontTx/>
              <a:buNone/>
            </a:pPr>
            <a:endParaRPr lang="en-US" altLang="zh-CN" sz="1600" dirty="0">
              <a:solidFill>
                <a:schemeClr val="tx1"/>
              </a:solidFill>
            </a:endParaRPr>
          </a:p>
          <a:p>
            <a:pPr marL="0" lvl="0" indent="0" eaLnBrk="1" hangingPunct="1">
              <a:spcBef>
                <a:spcPct val="0"/>
              </a:spcBef>
              <a:buClrTx/>
              <a:buFontTx/>
              <a:buNone/>
            </a:pPr>
            <a:endParaRPr lang="en-US" altLang="zh-CN" sz="1600" dirty="0">
              <a:solidFill>
                <a:schemeClr val="tx1"/>
              </a:solidFill>
            </a:endParaRPr>
          </a:p>
          <a:p>
            <a:pPr marL="0" lvl="0" indent="0" eaLnBrk="1" hangingPunct="1">
              <a:spcBef>
                <a:spcPct val="0"/>
              </a:spcBef>
              <a:buClrTx/>
              <a:buFontTx/>
              <a:buNone/>
            </a:pPr>
            <a:endParaRPr lang="en-US" altLang="zh-CN" sz="1600" b="0" dirty="0">
              <a:solidFill>
                <a:schemeClr val="tx1"/>
              </a:solidFill>
            </a:endParaRPr>
          </a:p>
          <a:p>
            <a:pPr marL="0" lvl="0" indent="0" eaLnBrk="1" hangingPunct="1">
              <a:spcBef>
                <a:spcPct val="0"/>
              </a:spcBef>
              <a:buClrTx/>
              <a:buFontTx/>
              <a:buNone/>
            </a:pPr>
            <a:endParaRPr lang="en-US" altLang="zh-CN" sz="1600" b="0" dirty="0">
              <a:solidFill>
                <a:schemeClr val="tx1"/>
              </a:solidFill>
            </a:endParaRPr>
          </a:p>
        </p:txBody>
      </p:sp>
      <p:sp>
        <p:nvSpPr>
          <p:cNvPr id="68624" name="Line 18"/>
          <p:cNvSpPr/>
          <p:nvPr/>
        </p:nvSpPr>
        <p:spPr>
          <a:xfrm>
            <a:off x="5575300" y="889000"/>
            <a:ext cx="0" cy="4800600"/>
          </a:xfrm>
          <a:prstGeom prst="line">
            <a:avLst/>
          </a:prstGeom>
          <a:ln w="28575" cap="flat" cmpd="sng">
            <a:solidFill>
              <a:schemeClr val="tx1"/>
            </a:solidFill>
            <a:prstDash val="solid"/>
            <a:headEnd type="none" w="med" len="med"/>
            <a:tailEnd type="none" w="med" len="med"/>
          </a:ln>
        </p:spPr>
      </p:sp>
      <p:sp>
        <p:nvSpPr>
          <p:cNvPr id="68625" name="Line 19"/>
          <p:cNvSpPr/>
          <p:nvPr/>
        </p:nvSpPr>
        <p:spPr>
          <a:xfrm>
            <a:off x="6870700" y="965200"/>
            <a:ext cx="0" cy="4724400"/>
          </a:xfrm>
          <a:prstGeom prst="line">
            <a:avLst/>
          </a:prstGeom>
          <a:ln w="28575" cap="flat" cmpd="sng">
            <a:solidFill>
              <a:schemeClr val="tx1"/>
            </a:solidFill>
            <a:prstDash val="dash"/>
            <a:headEnd type="none" w="med" len="med"/>
            <a:tailEnd type="none" w="med" len="med"/>
          </a:ln>
        </p:spPr>
      </p:sp>
      <p:sp>
        <p:nvSpPr>
          <p:cNvPr id="68626" name="Rectangle 20"/>
          <p:cNvSpPr/>
          <p:nvPr/>
        </p:nvSpPr>
        <p:spPr>
          <a:xfrm>
            <a:off x="5829300" y="6045200"/>
            <a:ext cx="2286000" cy="381000"/>
          </a:xfrm>
          <a:prstGeom prst="rect">
            <a:avLst/>
          </a:prstGeom>
          <a:noFill/>
          <a:ln w="28575">
            <a:noFill/>
          </a:ln>
        </p:spPr>
        <p:txBody>
          <a:bodyPr wrap="none" lIns="90000" tIns="46800" rIns="90000" bIns="46800"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algn="ctr" eaLnBrk="1" hangingPunct="1">
              <a:spcBef>
                <a:spcPct val="0"/>
              </a:spcBef>
              <a:buClrTx/>
              <a:buFontTx/>
              <a:buNone/>
            </a:pPr>
            <a:r>
              <a:rPr lang="en-US" altLang="zh-CN" sz="2000" dirty="0">
                <a:solidFill>
                  <a:schemeClr val="tx1"/>
                </a:solidFill>
              </a:rPr>
              <a:t>(c) </a:t>
            </a:r>
            <a:r>
              <a:rPr lang="zh-CN" altLang="en-US" sz="2000" dirty="0">
                <a:solidFill>
                  <a:schemeClr val="tx1"/>
                </a:solidFill>
              </a:rPr>
              <a:t>不遵守两段锁协议 </a:t>
            </a:r>
            <a:endParaRPr lang="zh-CN" altLang="en-US" sz="2000" dirty="0">
              <a:solidFill>
                <a:schemeClr val="tx1"/>
              </a:solidFill>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69635"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11.6 </a:t>
            </a:r>
            <a:r>
              <a:rPr lang="zh-CN" altLang="en-US" dirty="0"/>
              <a:t>两段锁协议</a:t>
            </a:r>
            <a:endParaRPr lang="zh-CN" altLang="en-US" dirty="0"/>
          </a:p>
        </p:txBody>
      </p:sp>
      <p:sp>
        <p:nvSpPr>
          <p:cNvPr id="69636" name="Rectangle 3"/>
          <p:cNvSpPr>
            <a:spLocks noGrp="1"/>
          </p:cNvSpPr>
          <p:nvPr>
            <p:ph idx="1"/>
          </p:nvPr>
        </p:nvSpPr>
        <p:spPr>
          <a:xfrm>
            <a:off x="304800" y="1066800"/>
            <a:ext cx="8610600" cy="5562600"/>
          </a:xfrm>
          <a:ln/>
        </p:spPr>
        <p:txBody>
          <a:bodyPr vert="horz" wrap="square" lIns="91440" tIns="45720" rIns="91440" bIns="45720" anchor="t" anchorCtr="0"/>
          <a:p>
            <a:pPr eaLnBrk="1" hangingPunct="1"/>
            <a:r>
              <a:rPr lang="zh-CN" altLang="en-US" dirty="0"/>
              <a:t>两段锁协议与防止死锁的一次封锁法</a:t>
            </a:r>
            <a:endParaRPr lang="zh-CN" altLang="en-US" sz="2800" dirty="0"/>
          </a:p>
          <a:p>
            <a:pPr lvl="1" eaLnBrk="1" hangingPunct="1">
              <a:lnSpc>
                <a:spcPct val="115000"/>
              </a:lnSpc>
              <a:spcBef>
                <a:spcPct val="60000"/>
              </a:spcBef>
            </a:pPr>
            <a:r>
              <a:rPr lang="zh-CN" altLang="en-US" dirty="0"/>
              <a:t>一次封锁法要求每个事务必须一次将所有要使用的数据全部加锁，否则就不能继续执行，因此一次封锁法遵守两段锁协议</a:t>
            </a:r>
            <a:endParaRPr lang="zh-CN" altLang="en-US" dirty="0"/>
          </a:p>
          <a:p>
            <a:pPr lvl="1" eaLnBrk="1" hangingPunct="1">
              <a:lnSpc>
                <a:spcPct val="115000"/>
              </a:lnSpc>
              <a:spcBef>
                <a:spcPct val="60000"/>
              </a:spcBef>
            </a:pPr>
            <a:r>
              <a:rPr lang="zh-CN" altLang="en-US" dirty="0"/>
              <a:t>但是两段锁协议并不要求事务必须一次将所有要使用的数据全部加锁，因此遵守两段锁协议的事务可能发生死锁</a:t>
            </a:r>
            <a:endParaRPr lang="zh-CN" alt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70659"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11.6 </a:t>
            </a:r>
            <a:r>
              <a:rPr lang="zh-CN" altLang="en-US" dirty="0"/>
              <a:t>两段锁协议</a:t>
            </a:r>
            <a:endParaRPr lang="zh-CN" altLang="en-US" dirty="0"/>
          </a:p>
        </p:txBody>
      </p:sp>
      <p:sp>
        <p:nvSpPr>
          <p:cNvPr id="70660" name="Rectangle 3"/>
          <p:cNvSpPr>
            <a:spLocks noGrp="1"/>
          </p:cNvSpPr>
          <p:nvPr>
            <p:ph idx="1"/>
          </p:nvPr>
        </p:nvSpPr>
        <p:spPr>
          <a:xfrm>
            <a:off x="304800" y="1066800"/>
            <a:ext cx="8610600" cy="838200"/>
          </a:xfrm>
          <a:ln/>
        </p:spPr>
        <p:txBody>
          <a:bodyPr vert="horz" wrap="square" lIns="91440" tIns="45720" rIns="91440" bIns="45720" anchor="t" anchorCtr="0"/>
          <a:p>
            <a:pPr eaLnBrk="1" hangingPunct="1"/>
            <a:r>
              <a:rPr lang="zh-CN" altLang="en-US" dirty="0"/>
              <a:t>例：遵守两段锁协议的事务发生死锁</a:t>
            </a:r>
            <a:endParaRPr lang="zh-CN" altLang="en-US" sz="2800" dirty="0"/>
          </a:p>
        </p:txBody>
      </p:sp>
      <p:graphicFrame>
        <p:nvGraphicFramePr>
          <p:cNvPr id="359442" name="Group 18"/>
          <p:cNvGraphicFramePr>
            <a:graphicFrameLocks noGrp="1"/>
          </p:cNvGraphicFramePr>
          <p:nvPr/>
        </p:nvGraphicFramePr>
        <p:xfrm>
          <a:off x="1447800" y="2209800"/>
          <a:ext cx="6096000" cy="4160838"/>
        </p:xfrm>
        <a:graphic>
          <a:graphicData uri="http://schemas.openxmlformats.org/drawingml/2006/table">
            <a:tbl>
              <a:tblPr/>
              <a:tblGrid>
                <a:gridCol w="3048000"/>
                <a:gridCol w="3048000"/>
              </a:tblGrid>
              <a:tr h="533441">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8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rPr>
                        <a:t>T1</a:t>
                      </a:r>
                      <a:endParaRPr kumimoji="1" lang="en-US" altLang="zh-CN" sz="28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endParaRPr>
                    </a:p>
                  </a:txBody>
                  <a:tcPr marT="45723" marB="45723"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8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rPr>
                        <a:t>T2</a:t>
                      </a:r>
                      <a:endParaRPr kumimoji="1" lang="en-US" altLang="zh-CN" sz="28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endParaRPr>
                    </a:p>
                  </a:txBody>
                  <a:tcPr marT="45723" marB="45723"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27397">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Slock B</a:t>
                      </a:r>
                      <a:endPar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读</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B=2</a:t>
                      </a:r>
                      <a:endPar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a:t>
                      </a:r>
                      <a:endPar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a:t>
                      </a:r>
                      <a:endPar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Xlock A</a:t>
                      </a:r>
                      <a:endPar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等待</a:t>
                      </a:r>
                      <a:endPara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等待</a:t>
                      </a:r>
                      <a:endPara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t>
                      </a:r>
                      <a:endPar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endParaRPr kumimoji="1" lang="en-US" altLang="zh-CN"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3" marB="45723"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a:t>
                      </a:r>
                      <a:endPar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a:t>
                      </a:r>
                      <a:endPar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Slock A</a:t>
                      </a:r>
                      <a:endPar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读</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A=2</a:t>
                      </a:r>
                      <a:endPar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a:t>
                      </a:r>
                      <a:endPar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Xlock B</a:t>
                      </a:r>
                      <a:endPar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等待</a:t>
                      </a:r>
                      <a:endPara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t>
                      </a:r>
                      <a:endPar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3" marB="45723"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71683"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11.6 </a:t>
            </a:r>
            <a:r>
              <a:rPr lang="zh-CN" altLang="en-US" dirty="0"/>
              <a:t>两段锁协议</a:t>
            </a:r>
            <a:endParaRPr lang="zh-CN" altLang="en-US" dirty="0"/>
          </a:p>
        </p:txBody>
      </p:sp>
      <p:sp>
        <p:nvSpPr>
          <p:cNvPr id="71684" name="Rectangle 3"/>
          <p:cNvSpPr>
            <a:spLocks noGrp="1"/>
          </p:cNvSpPr>
          <p:nvPr>
            <p:ph idx="1"/>
          </p:nvPr>
        </p:nvSpPr>
        <p:spPr>
          <a:xfrm>
            <a:off x="304800" y="1066800"/>
            <a:ext cx="8610600" cy="5562600"/>
          </a:xfrm>
          <a:ln/>
        </p:spPr>
        <p:txBody>
          <a:bodyPr vert="horz" wrap="square" lIns="91440" tIns="45720" rIns="91440" bIns="45720" anchor="t" anchorCtr="0"/>
          <a:p>
            <a:pPr eaLnBrk="1" hangingPunct="1"/>
            <a:r>
              <a:rPr lang="zh-CN" altLang="en-US" dirty="0"/>
              <a:t>两段锁协议与三级封锁协议</a:t>
            </a:r>
            <a:endParaRPr lang="zh-CN" altLang="en-US" sz="2800" dirty="0"/>
          </a:p>
          <a:p>
            <a:pPr lvl="1" eaLnBrk="1" hangingPunct="1">
              <a:lnSpc>
                <a:spcPct val="115000"/>
              </a:lnSpc>
              <a:spcBef>
                <a:spcPct val="60000"/>
              </a:spcBef>
            </a:pPr>
            <a:r>
              <a:rPr lang="zh-CN" altLang="en-US" dirty="0"/>
              <a:t>两类不同目的的协议</a:t>
            </a:r>
            <a:endParaRPr lang="zh-CN" altLang="en-US" dirty="0"/>
          </a:p>
          <a:p>
            <a:pPr lvl="2" eaLnBrk="1" hangingPunct="1"/>
            <a:r>
              <a:rPr lang="zh-CN" altLang="en-US" sz="2800" dirty="0"/>
              <a:t>两段锁协议</a:t>
            </a:r>
            <a:endParaRPr lang="zh-CN" altLang="en-US" sz="2800" dirty="0"/>
          </a:p>
          <a:p>
            <a:pPr lvl="3" eaLnBrk="1" hangingPunct="1"/>
            <a:r>
              <a:rPr lang="zh-CN" altLang="en-US" sz="2400" dirty="0"/>
              <a:t>保证并发调度的正确性</a:t>
            </a:r>
            <a:endParaRPr lang="zh-CN" altLang="en-US" sz="2400" dirty="0"/>
          </a:p>
          <a:p>
            <a:pPr lvl="2" eaLnBrk="1" hangingPunct="1"/>
            <a:r>
              <a:rPr lang="zh-CN" altLang="en-US" sz="2800" dirty="0"/>
              <a:t>三级封锁协议</a:t>
            </a:r>
            <a:endParaRPr lang="zh-CN" altLang="en-US" sz="2800" dirty="0"/>
          </a:p>
          <a:p>
            <a:pPr lvl="3" eaLnBrk="1" hangingPunct="1"/>
            <a:r>
              <a:rPr lang="zh-CN" altLang="en-US" sz="2400" dirty="0"/>
              <a:t>在不同程度上保证数据一致性</a:t>
            </a:r>
            <a:endParaRPr lang="zh-CN" altLang="en-US" sz="2400" dirty="0"/>
          </a:p>
          <a:p>
            <a:pPr lvl="1" eaLnBrk="1" hangingPunct="1">
              <a:lnSpc>
                <a:spcPct val="115000"/>
              </a:lnSpc>
              <a:spcBef>
                <a:spcPct val="60000"/>
              </a:spcBef>
            </a:pPr>
            <a:r>
              <a:rPr lang="zh-CN" altLang="en-US" dirty="0"/>
              <a:t>遵守第三级封锁协议必然遵守两段协议</a:t>
            </a:r>
            <a:endParaRPr lang="zh-CN" alt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72707" name="Rectangle 2"/>
          <p:cNvSpPr/>
          <p:nvPr/>
        </p:nvSpPr>
        <p:spPr>
          <a:xfrm>
            <a:off x="558800" y="4622800"/>
            <a:ext cx="7912100" cy="609600"/>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algn="ctr" eaLnBrk="1" hangingPunct="1">
              <a:spcBef>
                <a:spcPct val="0"/>
              </a:spcBef>
              <a:buClrTx/>
              <a:buFontTx/>
              <a:buNone/>
            </a:pPr>
            <a:endParaRPr lang="en-US" altLang="zh-CN" sz="1400" dirty="0">
              <a:solidFill>
                <a:schemeClr val="tx1"/>
              </a:solidFill>
            </a:endParaRPr>
          </a:p>
        </p:txBody>
      </p:sp>
      <p:sp>
        <p:nvSpPr>
          <p:cNvPr id="72708" name="Rectangle 3"/>
          <p:cNvSpPr>
            <a:spLocks noGrp="1"/>
          </p:cNvSpPr>
          <p:nvPr>
            <p:ph idx="1"/>
          </p:nvPr>
        </p:nvSpPr>
        <p:spPr>
          <a:xfrm>
            <a:off x="762000" y="1143000"/>
            <a:ext cx="7696200" cy="5257800"/>
          </a:xfrm>
          <a:ln/>
        </p:spPr>
        <p:txBody>
          <a:bodyPr vert="horz" wrap="square" lIns="91440" tIns="45720" rIns="91440" bIns="45720" anchor="t" anchorCtr="0"/>
          <a:p>
            <a:pPr algn="just" eaLnBrk="1" hangingPunct="1">
              <a:buNone/>
            </a:pPr>
            <a:r>
              <a:rPr lang="en-US" altLang="zh-CN" dirty="0">
                <a:solidFill>
                  <a:schemeClr val="tx1"/>
                </a:solidFill>
              </a:rPr>
              <a:t>11.1  </a:t>
            </a:r>
            <a:r>
              <a:rPr lang="zh-CN" altLang="en-US" dirty="0">
                <a:solidFill>
                  <a:schemeClr val="tx1"/>
                </a:solidFill>
              </a:rPr>
              <a:t>并发控制概述</a:t>
            </a:r>
            <a:endParaRPr lang="zh-CN" altLang="en-US" dirty="0">
              <a:solidFill>
                <a:schemeClr val="tx1"/>
              </a:solidFill>
            </a:endParaRPr>
          </a:p>
          <a:p>
            <a:pPr algn="just" eaLnBrk="1" hangingPunct="1">
              <a:buNone/>
            </a:pPr>
            <a:r>
              <a:rPr lang="en-US" altLang="zh-CN" dirty="0">
                <a:solidFill>
                  <a:schemeClr val="tx1"/>
                </a:solidFill>
              </a:rPr>
              <a:t>11.2  </a:t>
            </a:r>
            <a:r>
              <a:rPr lang="zh-CN" altLang="en-US" dirty="0">
                <a:solidFill>
                  <a:schemeClr val="tx1"/>
                </a:solidFill>
              </a:rPr>
              <a:t>封锁</a:t>
            </a:r>
            <a:endParaRPr lang="zh-CN" altLang="en-US" dirty="0">
              <a:solidFill>
                <a:schemeClr val="tx1"/>
              </a:solidFill>
            </a:endParaRPr>
          </a:p>
          <a:p>
            <a:pPr algn="just" eaLnBrk="1" hangingPunct="1">
              <a:buNone/>
            </a:pPr>
            <a:r>
              <a:rPr lang="en-US" altLang="zh-CN" dirty="0">
                <a:solidFill>
                  <a:schemeClr val="tx1"/>
                </a:solidFill>
              </a:rPr>
              <a:t>11.3  </a:t>
            </a:r>
            <a:r>
              <a:rPr lang="zh-CN" altLang="en-US" dirty="0">
                <a:solidFill>
                  <a:schemeClr val="tx1"/>
                </a:solidFill>
              </a:rPr>
              <a:t>封锁协议</a:t>
            </a:r>
            <a:endParaRPr lang="zh-CN" altLang="en-US" dirty="0">
              <a:solidFill>
                <a:schemeClr val="tx1"/>
              </a:solidFill>
            </a:endParaRPr>
          </a:p>
          <a:p>
            <a:pPr algn="just" eaLnBrk="1" hangingPunct="1">
              <a:buNone/>
            </a:pPr>
            <a:r>
              <a:rPr lang="en-US" altLang="zh-CN" dirty="0">
                <a:solidFill>
                  <a:schemeClr val="tx1"/>
                </a:solidFill>
              </a:rPr>
              <a:t>11.4  </a:t>
            </a:r>
            <a:r>
              <a:rPr lang="zh-CN" altLang="en-US" dirty="0">
                <a:solidFill>
                  <a:schemeClr val="tx1"/>
                </a:solidFill>
              </a:rPr>
              <a:t>活锁和死锁</a:t>
            </a:r>
            <a:endParaRPr lang="zh-CN" altLang="en-US" dirty="0">
              <a:solidFill>
                <a:schemeClr val="tx1"/>
              </a:solidFill>
            </a:endParaRPr>
          </a:p>
          <a:p>
            <a:pPr algn="just" eaLnBrk="1" hangingPunct="1">
              <a:buNone/>
            </a:pPr>
            <a:r>
              <a:rPr lang="en-US" altLang="zh-CN" dirty="0">
                <a:solidFill>
                  <a:schemeClr val="tx1"/>
                </a:solidFill>
              </a:rPr>
              <a:t>11.5  </a:t>
            </a:r>
            <a:r>
              <a:rPr lang="zh-CN" altLang="en-US" dirty="0">
                <a:solidFill>
                  <a:schemeClr val="tx1"/>
                </a:solidFill>
              </a:rPr>
              <a:t>并发调度的可串行性</a:t>
            </a:r>
            <a:endParaRPr lang="zh-CN" altLang="en-US" dirty="0">
              <a:solidFill>
                <a:schemeClr val="tx1"/>
              </a:solidFill>
            </a:endParaRPr>
          </a:p>
          <a:p>
            <a:pPr algn="just" eaLnBrk="1" hangingPunct="1">
              <a:buNone/>
            </a:pPr>
            <a:r>
              <a:rPr lang="en-US" altLang="zh-CN" dirty="0">
                <a:solidFill>
                  <a:schemeClr val="tx1"/>
                </a:solidFill>
              </a:rPr>
              <a:t>11.6  </a:t>
            </a:r>
            <a:r>
              <a:rPr lang="zh-CN" altLang="en-US" dirty="0">
                <a:solidFill>
                  <a:schemeClr val="tx1"/>
                </a:solidFill>
              </a:rPr>
              <a:t>两段锁协议</a:t>
            </a:r>
            <a:endParaRPr lang="zh-CN" altLang="en-US" dirty="0">
              <a:solidFill>
                <a:schemeClr val="tx1"/>
              </a:solidFill>
            </a:endParaRPr>
          </a:p>
          <a:p>
            <a:pPr algn="just" eaLnBrk="1" hangingPunct="1">
              <a:buNone/>
            </a:pPr>
            <a:r>
              <a:rPr lang="en-US" altLang="zh-CN" dirty="0">
                <a:solidFill>
                  <a:schemeClr val="bg1"/>
                </a:solidFill>
              </a:rPr>
              <a:t>11.7  </a:t>
            </a:r>
            <a:r>
              <a:rPr lang="zh-CN" altLang="en-US" dirty="0">
                <a:solidFill>
                  <a:schemeClr val="bg1"/>
                </a:solidFill>
              </a:rPr>
              <a:t>封锁的粒度</a:t>
            </a:r>
            <a:endParaRPr lang="zh-CN" altLang="en-US" dirty="0">
              <a:solidFill>
                <a:schemeClr val="bg1"/>
              </a:solidFill>
            </a:endParaRPr>
          </a:p>
          <a:p>
            <a:pPr algn="just" eaLnBrk="1" hangingPunct="1">
              <a:buNone/>
            </a:pPr>
            <a:r>
              <a:rPr lang="en-US" altLang="zh-CN" dirty="0">
                <a:solidFill>
                  <a:schemeClr val="tx1"/>
                </a:solidFill>
              </a:rPr>
              <a:t>11.8  SQL Server</a:t>
            </a:r>
            <a:r>
              <a:rPr lang="zh-CN" altLang="en-US" dirty="0">
                <a:solidFill>
                  <a:schemeClr val="tx1"/>
                </a:solidFill>
              </a:rPr>
              <a:t>的并发控制</a:t>
            </a:r>
            <a:endParaRPr lang="zh-CN" altLang="en-US" dirty="0">
              <a:solidFill>
                <a:schemeClr val="tx1"/>
              </a:solidFill>
            </a:endParaRPr>
          </a:p>
          <a:p>
            <a:pPr algn="just" eaLnBrk="1" hangingPunct="1">
              <a:buNone/>
            </a:pPr>
            <a:r>
              <a:rPr lang="en-US" altLang="zh-CN" dirty="0">
                <a:solidFill>
                  <a:schemeClr val="tx1"/>
                </a:solidFill>
              </a:rPr>
              <a:t>11.9  </a:t>
            </a:r>
            <a:r>
              <a:rPr lang="zh-CN" altLang="en-US" dirty="0">
                <a:solidFill>
                  <a:schemeClr val="tx1"/>
                </a:solidFill>
              </a:rPr>
              <a:t>小结</a:t>
            </a:r>
            <a:endParaRPr lang="zh-CN" altLang="en-US" dirty="0">
              <a:solidFill>
                <a:schemeClr val="tx1"/>
              </a:solidFill>
            </a:endParaRPr>
          </a:p>
        </p:txBody>
      </p:sp>
      <p:sp>
        <p:nvSpPr>
          <p:cNvPr id="72709" name="Rectangle 4"/>
          <p:cNvSpPr>
            <a:spLocks noGrp="1"/>
          </p:cNvSpPr>
          <p:nvPr>
            <p:ph type="title"/>
          </p:nvPr>
        </p:nvSpPr>
        <p:spPr>
          <a:xfrm>
            <a:off x="685800" y="152400"/>
            <a:ext cx="7772400" cy="755650"/>
          </a:xfrm>
          <a:ln/>
        </p:spPr>
        <p:txBody>
          <a:bodyPr vert="horz" wrap="square" lIns="91440" tIns="45720" rIns="91440" bIns="45720" anchor="ctr" anchorCtr="0"/>
          <a:p>
            <a:pPr eaLnBrk="1" hangingPunct="1"/>
            <a:r>
              <a:rPr lang="zh-CN" altLang="en-US" sz="4000" dirty="0"/>
              <a:t>第</a:t>
            </a:r>
            <a:r>
              <a:rPr lang="en-US" altLang="zh-CN" sz="4000" dirty="0"/>
              <a:t>11</a:t>
            </a:r>
            <a:r>
              <a:rPr lang="zh-CN" altLang="en-US" sz="4000" dirty="0"/>
              <a:t>章 并发控制</a:t>
            </a:r>
            <a:endParaRPr lang="zh-CN" altLang="en-US" sz="40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73731"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11.7 </a:t>
            </a:r>
            <a:r>
              <a:rPr lang="zh-CN" altLang="en-US" dirty="0"/>
              <a:t>封锁的粒度</a:t>
            </a:r>
            <a:endParaRPr lang="zh-CN" altLang="en-US" dirty="0"/>
          </a:p>
        </p:txBody>
      </p:sp>
      <p:sp>
        <p:nvSpPr>
          <p:cNvPr id="73732" name="Rectangle 3"/>
          <p:cNvSpPr>
            <a:spLocks noGrp="1"/>
          </p:cNvSpPr>
          <p:nvPr>
            <p:ph idx="1"/>
          </p:nvPr>
        </p:nvSpPr>
        <p:spPr>
          <a:xfrm>
            <a:off x="304800" y="1066800"/>
            <a:ext cx="8610600" cy="5562600"/>
          </a:xfrm>
          <a:ln/>
        </p:spPr>
        <p:txBody>
          <a:bodyPr vert="horz" wrap="square" lIns="91440" tIns="45720" rIns="91440" bIns="45720" anchor="t" anchorCtr="0"/>
          <a:p>
            <a:pPr eaLnBrk="1" hangingPunct="1">
              <a:lnSpc>
                <a:spcPct val="110000"/>
              </a:lnSpc>
            </a:pPr>
            <a:r>
              <a:rPr lang="zh-CN" altLang="en-US" dirty="0">
                <a:solidFill>
                  <a:schemeClr val="tx1"/>
                </a:solidFill>
              </a:rPr>
              <a:t>封锁</a:t>
            </a:r>
            <a:r>
              <a:rPr lang="en-US" altLang="zh-CN" dirty="0">
                <a:solidFill>
                  <a:schemeClr val="tx1"/>
                </a:solidFill>
              </a:rPr>
              <a:t>(X</a:t>
            </a:r>
            <a:r>
              <a:rPr lang="zh-CN" altLang="en-US" dirty="0">
                <a:solidFill>
                  <a:schemeClr val="tx1"/>
                </a:solidFill>
              </a:rPr>
              <a:t>锁</a:t>
            </a:r>
            <a:r>
              <a:rPr lang="en-US" altLang="zh-CN" dirty="0">
                <a:solidFill>
                  <a:schemeClr val="tx1"/>
                </a:solidFill>
              </a:rPr>
              <a:t>/S</a:t>
            </a:r>
            <a:r>
              <a:rPr lang="zh-CN" altLang="en-US" dirty="0">
                <a:solidFill>
                  <a:schemeClr val="tx1"/>
                </a:solidFill>
              </a:rPr>
              <a:t>锁</a:t>
            </a:r>
            <a:r>
              <a:rPr lang="en-US" altLang="zh-CN" dirty="0">
                <a:solidFill>
                  <a:schemeClr val="tx1"/>
                </a:solidFill>
              </a:rPr>
              <a:t>)</a:t>
            </a:r>
            <a:r>
              <a:rPr lang="zh-CN" altLang="en-US" dirty="0">
                <a:solidFill>
                  <a:schemeClr val="tx1"/>
                </a:solidFill>
              </a:rPr>
              <a:t>都是加在某一个数据对象上的</a:t>
            </a:r>
            <a:endParaRPr lang="zh-CN" altLang="en-US" dirty="0">
              <a:solidFill>
                <a:schemeClr val="tx1"/>
              </a:solidFill>
            </a:endParaRPr>
          </a:p>
          <a:p>
            <a:pPr eaLnBrk="1" hangingPunct="1">
              <a:lnSpc>
                <a:spcPct val="110000"/>
              </a:lnSpc>
            </a:pPr>
            <a:r>
              <a:rPr lang="zh-CN" altLang="en-US" dirty="0">
                <a:solidFill>
                  <a:schemeClr val="tx1"/>
                </a:solidFill>
              </a:rPr>
              <a:t>封锁的对象</a:t>
            </a:r>
            <a:r>
              <a:rPr lang="en-US" altLang="zh-CN" dirty="0">
                <a:solidFill>
                  <a:schemeClr val="tx1"/>
                </a:solidFill>
              </a:rPr>
              <a:t>:</a:t>
            </a:r>
            <a:r>
              <a:rPr lang="zh-CN" altLang="en-US" dirty="0">
                <a:solidFill>
                  <a:schemeClr val="tx1"/>
                </a:solidFill>
              </a:rPr>
              <a:t>逻辑单元，物理单元 </a:t>
            </a:r>
            <a:endParaRPr lang="zh-CN" altLang="en-US" dirty="0">
              <a:solidFill>
                <a:schemeClr val="tx1"/>
              </a:solidFill>
            </a:endParaRPr>
          </a:p>
          <a:p>
            <a:pPr eaLnBrk="1" hangingPunct="1">
              <a:lnSpc>
                <a:spcPct val="110000"/>
              </a:lnSpc>
              <a:buNone/>
            </a:pPr>
            <a:r>
              <a:rPr lang="zh-CN" altLang="en-US" dirty="0">
                <a:solidFill>
                  <a:schemeClr val="tx1"/>
                </a:solidFill>
              </a:rPr>
              <a:t>     例：在关系数据库中，封锁对象：</a:t>
            </a:r>
            <a:endParaRPr lang="zh-CN" altLang="en-US" sz="3600" dirty="0">
              <a:solidFill>
                <a:schemeClr val="tx1"/>
              </a:solidFill>
            </a:endParaRPr>
          </a:p>
          <a:p>
            <a:pPr lvl="1" eaLnBrk="1" hangingPunct="1">
              <a:lnSpc>
                <a:spcPct val="140000"/>
              </a:lnSpc>
            </a:pPr>
            <a:r>
              <a:rPr lang="zh-CN" altLang="en-US" dirty="0"/>
              <a:t>逻辑单元</a:t>
            </a:r>
            <a:r>
              <a:rPr lang="en-US" altLang="zh-CN" dirty="0"/>
              <a:t>: </a:t>
            </a:r>
            <a:r>
              <a:rPr lang="zh-CN" altLang="en-US" dirty="0"/>
              <a:t>属性值、属性值集合、元组、关系、索引项、整个索引、整个数据库等</a:t>
            </a:r>
            <a:endParaRPr lang="zh-CN" altLang="en-US" dirty="0"/>
          </a:p>
          <a:p>
            <a:pPr lvl="1" eaLnBrk="1" hangingPunct="1">
              <a:lnSpc>
                <a:spcPct val="140000"/>
              </a:lnSpc>
            </a:pPr>
            <a:r>
              <a:rPr lang="zh-CN" altLang="en-US" dirty="0"/>
              <a:t>物理单元：页（数据页或索引页）、物理记录等</a:t>
            </a:r>
            <a:endParaRPr lang="zh-CN" altLang="en-US"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74755"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11.7 </a:t>
            </a:r>
            <a:r>
              <a:rPr lang="zh-CN" altLang="en-US" dirty="0"/>
              <a:t>封锁的粒度</a:t>
            </a:r>
            <a:endParaRPr lang="zh-CN" altLang="en-US" dirty="0"/>
          </a:p>
        </p:txBody>
      </p:sp>
      <p:sp>
        <p:nvSpPr>
          <p:cNvPr id="74756" name="Rectangle 3"/>
          <p:cNvSpPr>
            <a:spLocks noGrp="1"/>
          </p:cNvSpPr>
          <p:nvPr>
            <p:ph idx="1"/>
          </p:nvPr>
        </p:nvSpPr>
        <p:spPr>
          <a:xfrm>
            <a:off x="304800" y="1066800"/>
            <a:ext cx="8610600" cy="5029200"/>
          </a:xfrm>
          <a:ln/>
        </p:spPr>
        <p:txBody>
          <a:bodyPr vert="horz" wrap="square" lIns="91440" tIns="45720" rIns="91440" bIns="45720" anchor="t" anchorCtr="0"/>
          <a:p>
            <a:pPr eaLnBrk="1" hangingPunct="1">
              <a:lnSpc>
                <a:spcPct val="120000"/>
              </a:lnSpc>
            </a:pPr>
            <a:r>
              <a:rPr lang="zh-CN" altLang="en-US" dirty="0">
                <a:solidFill>
                  <a:schemeClr val="tx1"/>
                </a:solidFill>
              </a:rPr>
              <a:t>封锁对象可以很大也可以很小</a:t>
            </a:r>
            <a:endParaRPr lang="zh-CN" altLang="en-US" dirty="0">
              <a:solidFill>
                <a:schemeClr val="tx1"/>
              </a:solidFill>
            </a:endParaRPr>
          </a:p>
          <a:p>
            <a:pPr eaLnBrk="1" hangingPunct="1">
              <a:lnSpc>
                <a:spcPct val="120000"/>
              </a:lnSpc>
              <a:buNone/>
            </a:pPr>
            <a:r>
              <a:rPr lang="zh-CN" altLang="en-US" dirty="0">
                <a:solidFill>
                  <a:schemeClr val="tx1"/>
                </a:solidFill>
              </a:rPr>
              <a:t>    例： 对整个数据库加锁</a:t>
            </a:r>
            <a:endParaRPr lang="zh-CN" altLang="en-US" dirty="0">
              <a:solidFill>
                <a:schemeClr val="tx1"/>
              </a:solidFill>
            </a:endParaRPr>
          </a:p>
          <a:p>
            <a:pPr eaLnBrk="1" hangingPunct="1">
              <a:lnSpc>
                <a:spcPct val="120000"/>
              </a:lnSpc>
              <a:buNone/>
            </a:pPr>
            <a:r>
              <a:rPr lang="zh-CN" altLang="en-US" dirty="0">
                <a:solidFill>
                  <a:schemeClr val="tx1"/>
                </a:solidFill>
              </a:rPr>
              <a:t>             对某个属性值加锁</a:t>
            </a:r>
            <a:endParaRPr lang="zh-CN" altLang="en-US" dirty="0">
              <a:solidFill>
                <a:schemeClr val="tx1"/>
              </a:solidFill>
            </a:endParaRPr>
          </a:p>
          <a:p>
            <a:pPr eaLnBrk="1" hangingPunct="1">
              <a:lnSpc>
                <a:spcPct val="120000"/>
              </a:lnSpc>
            </a:pPr>
            <a:r>
              <a:rPr lang="zh-CN" altLang="en-US" dirty="0">
                <a:solidFill>
                  <a:schemeClr val="tx1"/>
                </a:solidFill>
              </a:rPr>
              <a:t>封锁对象的大小称为</a:t>
            </a:r>
            <a:r>
              <a:rPr lang="zh-CN" altLang="en-US" dirty="0">
                <a:solidFill>
                  <a:srgbClr val="FF0000"/>
                </a:solidFill>
              </a:rPr>
              <a:t>封锁的粒度</a:t>
            </a:r>
            <a:r>
              <a:rPr lang="en-US" altLang="zh-CN" dirty="0">
                <a:solidFill>
                  <a:schemeClr val="tx1"/>
                </a:solidFill>
              </a:rPr>
              <a:t>(Granularity)</a:t>
            </a:r>
            <a:endParaRPr lang="en-US" altLang="zh-CN" dirty="0">
              <a:solidFill>
                <a:schemeClr val="tx1"/>
              </a:solidFill>
            </a:endParaRPr>
          </a:p>
          <a:p>
            <a:pPr eaLnBrk="1" hangingPunct="1">
              <a:lnSpc>
                <a:spcPct val="120000"/>
              </a:lnSpc>
            </a:pPr>
            <a:r>
              <a:rPr lang="zh-CN" altLang="en-US" dirty="0">
                <a:solidFill>
                  <a:srgbClr val="FF0000"/>
                </a:solidFill>
              </a:rPr>
              <a:t>多粒度封锁</a:t>
            </a:r>
            <a:r>
              <a:rPr lang="en-US" altLang="zh-CN" dirty="0">
                <a:solidFill>
                  <a:schemeClr val="tx1"/>
                </a:solidFill>
              </a:rPr>
              <a:t>(multiple granularity locking)</a:t>
            </a:r>
            <a:endParaRPr lang="en-US" altLang="zh-CN" dirty="0">
              <a:solidFill>
                <a:schemeClr val="tx1"/>
              </a:solidFill>
            </a:endParaRPr>
          </a:p>
          <a:p>
            <a:pPr lvl="1" eaLnBrk="1" hangingPunct="1">
              <a:lnSpc>
                <a:spcPct val="120000"/>
              </a:lnSpc>
            </a:pPr>
            <a:r>
              <a:rPr lang="zh-CN" altLang="en-US" sz="3200" dirty="0"/>
              <a:t>在一个系统中同时支持多种封锁粒度供不同的事务选择</a:t>
            </a:r>
            <a:endParaRPr lang="zh-CN" altLang="en-US" sz="32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75779"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11.7 </a:t>
            </a:r>
            <a:r>
              <a:rPr lang="zh-CN" altLang="en-US" dirty="0"/>
              <a:t>封锁的粒度</a:t>
            </a:r>
            <a:endParaRPr lang="zh-CN" altLang="en-US" dirty="0"/>
          </a:p>
        </p:txBody>
      </p:sp>
      <p:sp>
        <p:nvSpPr>
          <p:cNvPr id="75780" name="Rectangle 3"/>
          <p:cNvSpPr>
            <a:spLocks noGrp="1"/>
          </p:cNvSpPr>
          <p:nvPr>
            <p:ph idx="1"/>
          </p:nvPr>
        </p:nvSpPr>
        <p:spPr>
          <a:xfrm>
            <a:off x="457200" y="838200"/>
            <a:ext cx="7924800" cy="5791200"/>
          </a:xfrm>
          <a:ln/>
        </p:spPr>
        <p:txBody>
          <a:bodyPr vert="horz" wrap="square" lIns="91440" tIns="45720" rIns="91440" bIns="45720" anchor="t" anchorCtr="0"/>
          <a:p>
            <a:pPr eaLnBrk="1" hangingPunct="1">
              <a:lnSpc>
                <a:spcPct val="110000"/>
              </a:lnSpc>
            </a:pPr>
            <a:r>
              <a:rPr lang="zh-CN" altLang="en-US" dirty="0">
                <a:solidFill>
                  <a:schemeClr val="tx1"/>
                </a:solidFill>
              </a:rPr>
              <a:t>封锁的粒度与并发度和并发控制的开销密切相关</a:t>
            </a:r>
            <a:endParaRPr lang="zh-CN" altLang="en-US" dirty="0">
              <a:solidFill>
                <a:schemeClr val="tx1"/>
              </a:solidFill>
            </a:endParaRPr>
          </a:p>
          <a:p>
            <a:pPr eaLnBrk="1" hangingPunct="1"/>
            <a:r>
              <a:rPr lang="zh-CN" altLang="en-US" dirty="0">
                <a:solidFill>
                  <a:schemeClr val="tx1"/>
                </a:solidFill>
              </a:rPr>
              <a:t>封锁的粒度越             大，小，</a:t>
            </a:r>
            <a:endParaRPr lang="zh-CN" altLang="en-US" dirty="0">
              <a:solidFill>
                <a:schemeClr val="tx1"/>
              </a:solidFill>
            </a:endParaRPr>
          </a:p>
          <a:p>
            <a:pPr eaLnBrk="1" hangingPunct="1"/>
            <a:r>
              <a:rPr lang="zh-CN" altLang="en-US" dirty="0">
                <a:solidFill>
                  <a:schemeClr val="tx1"/>
                </a:solidFill>
              </a:rPr>
              <a:t>系统被封锁的对象     少，多，</a:t>
            </a:r>
            <a:endParaRPr lang="zh-CN" altLang="en-US" dirty="0">
              <a:solidFill>
                <a:schemeClr val="tx1"/>
              </a:solidFill>
            </a:endParaRPr>
          </a:p>
          <a:p>
            <a:pPr eaLnBrk="1" hangingPunct="1"/>
            <a:r>
              <a:rPr lang="zh-CN" altLang="en-US" dirty="0">
                <a:solidFill>
                  <a:schemeClr val="tx1"/>
                </a:solidFill>
              </a:rPr>
              <a:t>并发度                         小，高，</a:t>
            </a:r>
            <a:endParaRPr lang="zh-CN" altLang="en-US" dirty="0">
              <a:solidFill>
                <a:schemeClr val="tx1"/>
              </a:solidFill>
            </a:endParaRPr>
          </a:p>
          <a:p>
            <a:pPr eaLnBrk="1" hangingPunct="1"/>
            <a:r>
              <a:rPr lang="zh-CN" altLang="en-US" dirty="0">
                <a:solidFill>
                  <a:schemeClr val="tx1"/>
                </a:solidFill>
              </a:rPr>
              <a:t>系统开销                     小，大，</a:t>
            </a:r>
            <a:endParaRPr lang="zh-CN" altLang="en-US" dirty="0">
              <a:solidFill>
                <a:schemeClr val="tx1"/>
              </a:solidFill>
            </a:endParaRPr>
          </a:p>
          <a:p>
            <a:pPr eaLnBrk="1" hangingPunct="1"/>
            <a:r>
              <a:rPr lang="zh-CN" altLang="en-US" dirty="0">
                <a:solidFill>
                  <a:schemeClr val="tx1"/>
                </a:solidFill>
              </a:rPr>
              <a:t>选择封锁粒度：</a:t>
            </a:r>
            <a:endParaRPr lang="zh-CN" altLang="en-US" dirty="0">
              <a:solidFill>
                <a:schemeClr val="tx1"/>
              </a:solidFill>
            </a:endParaRPr>
          </a:p>
          <a:p>
            <a:pPr lvl="1" eaLnBrk="1" hangingPunct="1">
              <a:buNone/>
            </a:pPr>
            <a:r>
              <a:rPr lang="zh-CN" altLang="en-US" sz="3200" dirty="0"/>
              <a:t>考虑封锁机构和并发度两个因素</a:t>
            </a:r>
            <a:endParaRPr lang="zh-CN" altLang="en-US" sz="3200" dirty="0"/>
          </a:p>
          <a:p>
            <a:pPr lvl="1" eaLnBrk="1" hangingPunct="1">
              <a:buNone/>
            </a:pPr>
            <a:r>
              <a:rPr lang="zh-CN" altLang="en-US" sz="3200" dirty="0"/>
              <a:t>对系统开销与并发度进行权衡</a:t>
            </a:r>
            <a:endParaRPr lang="zh-CN" altLang="en-US" sz="32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76803"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11.7 </a:t>
            </a:r>
            <a:r>
              <a:rPr lang="zh-CN" altLang="en-US" dirty="0"/>
              <a:t>封锁的粒度</a:t>
            </a:r>
            <a:endParaRPr lang="zh-CN" altLang="en-US" dirty="0"/>
          </a:p>
        </p:txBody>
      </p:sp>
      <p:sp>
        <p:nvSpPr>
          <p:cNvPr id="76804" name="Rectangle 3"/>
          <p:cNvSpPr>
            <a:spLocks noGrp="1"/>
          </p:cNvSpPr>
          <p:nvPr>
            <p:ph idx="1"/>
          </p:nvPr>
        </p:nvSpPr>
        <p:spPr>
          <a:xfrm>
            <a:off x="457200" y="838200"/>
            <a:ext cx="7924800" cy="5181600"/>
          </a:xfrm>
          <a:ln/>
        </p:spPr>
        <p:txBody>
          <a:bodyPr vert="horz" wrap="square" lIns="91440" tIns="45720" rIns="91440" bIns="45720" anchor="t" anchorCtr="0"/>
          <a:p>
            <a:pPr eaLnBrk="1" hangingPunct="1">
              <a:lnSpc>
                <a:spcPct val="110000"/>
              </a:lnSpc>
            </a:pPr>
            <a:r>
              <a:rPr lang="zh-CN" altLang="en-US" dirty="0">
                <a:solidFill>
                  <a:schemeClr val="tx1"/>
                </a:solidFill>
              </a:rPr>
              <a:t>选择封锁的原则</a:t>
            </a:r>
            <a:endParaRPr lang="zh-CN" altLang="en-US" dirty="0">
              <a:solidFill>
                <a:schemeClr val="tx1"/>
              </a:solidFill>
            </a:endParaRPr>
          </a:p>
          <a:p>
            <a:pPr lvl="1" eaLnBrk="1" hangingPunct="1">
              <a:lnSpc>
                <a:spcPct val="110000"/>
              </a:lnSpc>
            </a:pPr>
            <a:r>
              <a:rPr lang="zh-CN" altLang="en-US" dirty="0"/>
              <a:t>需要处理多个关系的大量元组的用户事务：以数据库为封锁单位；</a:t>
            </a:r>
            <a:endParaRPr lang="zh-CN" altLang="en-US" dirty="0"/>
          </a:p>
          <a:p>
            <a:pPr lvl="1" eaLnBrk="1" hangingPunct="1">
              <a:lnSpc>
                <a:spcPct val="110000"/>
              </a:lnSpc>
            </a:pPr>
            <a:r>
              <a:rPr lang="zh-CN" altLang="en-US" dirty="0"/>
              <a:t>需要处理大量元组的用户事务：以关系为封锁单元；</a:t>
            </a:r>
            <a:endParaRPr lang="zh-CN" altLang="en-US" dirty="0"/>
          </a:p>
          <a:p>
            <a:pPr lvl="1" eaLnBrk="1" hangingPunct="1">
              <a:lnSpc>
                <a:spcPct val="110000"/>
              </a:lnSpc>
            </a:pPr>
            <a:r>
              <a:rPr lang="zh-CN" altLang="en-US" dirty="0"/>
              <a:t>只处理少量元组的用户事务：以元组为封锁单位</a:t>
            </a:r>
            <a:endParaRPr lang="zh-CN" altLang="en-US"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77827"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11.7 </a:t>
            </a:r>
            <a:r>
              <a:rPr lang="zh-CN" altLang="en-US" dirty="0"/>
              <a:t>封锁的粒度</a:t>
            </a:r>
            <a:endParaRPr lang="zh-CN" altLang="en-US" dirty="0"/>
          </a:p>
        </p:txBody>
      </p:sp>
      <p:sp>
        <p:nvSpPr>
          <p:cNvPr id="77828" name="Rectangle 3"/>
          <p:cNvSpPr>
            <a:spLocks noGrp="1"/>
          </p:cNvSpPr>
          <p:nvPr>
            <p:ph idx="1"/>
          </p:nvPr>
        </p:nvSpPr>
        <p:spPr>
          <a:xfrm>
            <a:off x="457200" y="838200"/>
            <a:ext cx="7924800" cy="5181600"/>
          </a:xfrm>
          <a:ln/>
        </p:spPr>
        <p:txBody>
          <a:bodyPr vert="horz" wrap="square" lIns="91440" tIns="45720" rIns="91440" bIns="45720" anchor="t" anchorCtr="0"/>
          <a:p>
            <a:pPr eaLnBrk="1" hangingPunct="1">
              <a:lnSpc>
                <a:spcPct val="115000"/>
              </a:lnSpc>
              <a:spcBef>
                <a:spcPct val="10000"/>
              </a:spcBef>
            </a:pPr>
            <a:r>
              <a:rPr lang="zh-CN" altLang="en-US" dirty="0">
                <a:solidFill>
                  <a:schemeClr val="tx1"/>
                </a:solidFill>
              </a:rPr>
              <a:t>多粒度封锁</a:t>
            </a:r>
            <a:endParaRPr lang="zh-CN" altLang="en-US" dirty="0">
              <a:solidFill>
                <a:schemeClr val="tx1"/>
              </a:solidFill>
            </a:endParaRPr>
          </a:p>
          <a:p>
            <a:pPr lvl="1" eaLnBrk="1" hangingPunct="1">
              <a:lnSpc>
                <a:spcPct val="115000"/>
              </a:lnSpc>
              <a:spcBef>
                <a:spcPct val="10000"/>
              </a:spcBef>
            </a:pPr>
            <a:r>
              <a:rPr lang="zh-CN" altLang="en-US" dirty="0"/>
              <a:t>多粒度树</a:t>
            </a:r>
            <a:r>
              <a:rPr lang="en-US" altLang="zh-CN" dirty="0"/>
              <a:t>: </a:t>
            </a:r>
            <a:r>
              <a:rPr lang="zh-CN" altLang="en-US" dirty="0"/>
              <a:t>以树形结构来表示多级封锁粒度</a:t>
            </a:r>
            <a:endParaRPr lang="zh-CN" altLang="en-US" dirty="0"/>
          </a:p>
          <a:p>
            <a:pPr lvl="1" eaLnBrk="1" hangingPunct="1">
              <a:lnSpc>
                <a:spcPct val="115000"/>
              </a:lnSpc>
              <a:spcBef>
                <a:spcPct val="10000"/>
              </a:spcBef>
            </a:pPr>
            <a:r>
              <a:rPr lang="zh-CN" altLang="en-US" dirty="0"/>
              <a:t>根结点是整个数据库，表示最大的数据粒度</a:t>
            </a:r>
            <a:endParaRPr lang="zh-CN" altLang="en-US" dirty="0"/>
          </a:p>
          <a:p>
            <a:pPr lvl="1" eaLnBrk="1" hangingPunct="1">
              <a:lnSpc>
                <a:spcPct val="115000"/>
              </a:lnSpc>
              <a:spcBef>
                <a:spcPct val="10000"/>
              </a:spcBef>
            </a:pPr>
            <a:r>
              <a:rPr lang="zh-CN" altLang="en-US" dirty="0"/>
              <a:t>叶结点表示最小的数据粒度</a:t>
            </a:r>
            <a:endParaRPr lang="zh-CN" altLang="en-US" dirty="0"/>
          </a:p>
          <a:p>
            <a:pPr lvl="3" eaLnBrk="1" hangingPunct="1">
              <a:lnSpc>
                <a:spcPct val="115000"/>
              </a:lnSpc>
              <a:spcBef>
                <a:spcPct val="10000"/>
              </a:spcBef>
            </a:pPr>
            <a:endParaRPr lang="zh-CN" altLang="en-US" sz="2800" dirty="0"/>
          </a:p>
        </p:txBody>
      </p:sp>
      <p:grpSp>
        <p:nvGrpSpPr>
          <p:cNvPr id="77829" name="Group 4"/>
          <p:cNvGrpSpPr/>
          <p:nvPr/>
        </p:nvGrpSpPr>
        <p:grpSpPr>
          <a:xfrm>
            <a:off x="2057400" y="3733800"/>
            <a:ext cx="5257800" cy="2536825"/>
            <a:chOff x="3447" y="9625"/>
            <a:chExt cx="3183" cy="1829"/>
          </a:xfrm>
        </p:grpSpPr>
        <p:sp>
          <p:nvSpPr>
            <p:cNvPr id="77830" name="Line 5"/>
            <p:cNvSpPr/>
            <p:nvPr/>
          </p:nvSpPr>
          <p:spPr>
            <a:xfrm flipH="1">
              <a:off x="4226" y="9995"/>
              <a:ext cx="510" cy="381"/>
            </a:xfrm>
            <a:prstGeom prst="line">
              <a:avLst/>
            </a:prstGeom>
            <a:ln w="6350" cap="flat" cmpd="sng">
              <a:solidFill>
                <a:srgbClr val="000000"/>
              </a:solidFill>
              <a:prstDash val="solid"/>
              <a:headEnd type="none" w="med" len="med"/>
              <a:tailEnd type="stealth" w="sm" len="sm"/>
            </a:ln>
          </p:spPr>
        </p:sp>
        <p:sp>
          <p:nvSpPr>
            <p:cNvPr id="77831" name="Line 6"/>
            <p:cNvSpPr/>
            <p:nvPr/>
          </p:nvSpPr>
          <p:spPr>
            <a:xfrm>
              <a:off x="4976" y="9995"/>
              <a:ext cx="645" cy="366"/>
            </a:xfrm>
            <a:prstGeom prst="line">
              <a:avLst/>
            </a:prstGeom>
            <a:ln w="6350" cap="flat" cmpd="sng">
              <a:solidFill>
                <a:srgbClr val="000000"/>
              </a:solidFill>
              <a:prstDash val="solid"/>
              <a:headEnd type="none" w="med" len="med"/>
              <a:tailEnd type="stealth" w="sm" len="sm"/>
            </a:ln>
          </p:spPr>
        </p:sp>
        <p:sp>
          <p:nvSpPr>
            <p:cNvPr id="77832" name="Line 7"/>
            <p:cNvSpPr/>
            <p:nvPr/>
          </p:nvSpPr>
          <p:spPr>
            <a:xfrm flipH="1">
              <a:off x="3761" y="10680"/>
              <a:ext cx="345" cy="436"/>
            </a:xfrm>
            <a:prstGeom prst="line">
              <a:avLst/>
            </a:prstGeom>
            <a:ln w="6350" cap="flat" cmpd="sng">
              <a:solidFill>
                <a:srgbClr val="000000"/>
              </a:solidFill>
              <a:prstDash val="solid"/>
              <a:headEnd type="none" w="med" len="med"/>
              <a:tailEnd type="stealth" w="sm" len="sm"/>
            </a:ln>
          </p:spPr>
        </p:sp>
        <p:sp>
          <p:nvSpPr>
            <p:cNvPr id="77833" name="Line 8"/>
            <p:cNvSpPr/>
            <p:nvPr/>
          </p:nvSpPr>
          <p:spPr>
            <a:xfrm>
              <a:off x="4271" y="10678"/>
              <a:ext cx="330" cy="443"/>
            </a:xfrm>
            <a:prstGeom prst="line">
              <a:avLst/>
            </a:prstGeom>
            <a:ln w="6350" cap="flat" cmpd="sng">
              <a:solidFill>
                <a:srgbClr val="000000"/>
              </a:solidFill>
              <a:prstDash val="solid"/>
              <a:headEnd type="none" w="med" len="med"/>
              <a:tailEnd type="stealth" w="sm" len="sm"/>
            </a:ln>
          </p:spPr>
        </p:sp>
        <p:sp>
          <p:nvSpPr>
            <p:cNvPr id="77834" name="Line 9"/>
            <p:cNvSpPr/>
            <p:nvPr/>
          </p:nvSpPr>
          <p:spPr>
            <a:xfrm flipH="1">
              <a:off x="5201" y="10704"/>
              <a:ext cx="315" cy="390"/>
            </a:xfrm>
            <a:prstGeom prst="line">
              <a:avLst/>
            </a:prstGeom>
            <a:ln w="6350" cap="flat" cmpd="sng">
              <a:solidFill>
                <a:srgbClr val="000000"/>
              </a:solidFill>
              <a:prstDash val="solid"/>
              <a:headEnd type="none" w="med" len="med"/>
              <a:tailEnd type="stealth" w="sm" len="sm"/>
            </a:ln>
          </p:spPr>
        </p:sp>
        <p:sp>
          <p:nvSpPr>
            <p:cNvPr id="77835" name="Line 10"/>
            <p:cNvSpPr/>
            <p:nvPr/>
          </p:nvSpPr>
          <p:spPr>
            <a:xfrm>
              <a:off x="5756" y="10715"/>
              <a:ext cx="375" cy="379"/>
            </a:xfrm>
            <a:prstGeom prst="line">
              <a:avLst/>
            </a:prstGeom>
            <a:ln w="6350" cap="flat" cmpd="sng">
              <a:solidFill>
                <a:srgbClr val="000000"/>
              </a:solidFill>
              <a:prstDash val="solid"/>
              <a:headEnd type="none" w="med" len="med"/>
              <a:tailEnd type="stealth" w="sm" len="sm"/>
            </a:ln>
          </p:spPr>
        </p:sp>
        <p:sp>
          <p:nvSpPr>
            <p:cNvPr id="77836" name="Text Box 11"/>
            <p:cNvSpPr txBox="1"/>
            <p:nvPr/>
          </p:nvSpPr>
          <p:spPr>
            <a:xfrm>
              <a:off x="4515" y="9625"/>
              <a:ext cx="795" cy="42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algn="ctr">
                <a:lnSpc>
                  <a:spcPct val="96000"/>
                </a:lnSpc>
                <a:spcBef>
                  <a:spcPct val="0"/>
                </a:spcBef>
                <a:buClrTx/>
                <a:buFontTx/>
                <a:buNone/>
              </a:pPr>
              <a:r>
                <a:rPr lang="zh-CN" altLang="en-US" sz="2400" dirty="0">
                  <a:solidFill>
                    <a:schemeClr val="tx1"/>
                  </a:solidFill>
                </a:rPr>
                <a:t>数据库</a:t>
              </a:r>
              <a:endParaRPr lang="zh-CN" altLang="en-US" sz="2400" dirty="0">
                <a:solidFill>
                  <a:schemeClr val="tx1"/>
                </a:solidFill>
              </a:endParaRPr>
            </a:p>
          </p:txBody>
        </p:sp>
        <p:sp>
          <p:nvSpPr>
            <p:cNvPr id="77837" name="Text Box 12"/>
            <p:cNvSpPr txBox="1"/>
            <p:nvPr/>
          </p:nvSpPr>
          <p:spPr>
            <a:xfrm>
              <a:off x="5265" y="10315"/>
              <a:ext cx="810" cy="375"/>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algn="ctr">
                <a:lnSpc>
                  <a:spcPct val="96000"/>
                </a:lnSpc>
                <a:spcBef>
                  <a:spcPct val="0"/>
                </a:spcBef>
                <a:buClrTx/>
                <a:buFontTx/>
                <a:buNone/>
              </a:pPr>
              <a:r>
                <a:rPr lang="zh-CN" altLang="en-US" sz="2400" dirty="0">
                  <a:solidFill>
                    <a:schemeClr val="tx1"/>
                  </a:solidFill>
                </a:rPr>
                <a:t>关系</a:t>
              </a:r>
              <a:r>
                <a:rPr lang="en-US" altLang="zh-CN" sz="2400" dirty="0">
                  <a:solidFill>
                    <a:schemeClr val="tx1"/>
                  </a:solidFill>
                </a:rPr>
                <a:t>R</a:t>
              </a:r>
              <a:r>
                <a:rPr lang="en-US" altLang="zh-CN" sz="2400" i="1" baseline="-25000" dirty="0">
                  <a:solidFill>
                    <a:schemeClr val="tx1"/>
                  </a:solidFill>
                </a:rPr>
                <a:t>n</a:t>
              </a:r>
              <a:endParaRPr lang="en-US" altLang="zh-CN" sz="2400" dirty="0">
                <a:solidFill>
                  <a:schemeClr val="tx1"/>
                </a:solidFill>
              </a:endParaRPr>
            </a:p>
          </p:txBody>
        </p:sp>
        <p:sp>
          <p:nvSpPr>
            <p:cNvPr id="77838" name="Text Box 13"/>
            <p:cNvSpPr txBox="1"/>
            <p:nvPr/>
          </p:nvSpPr>
          <p:spPr>
            <a:xfrm>
              <a:off x="3810" y="10315"/>
              <a:ext cx="930" cy="6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algn="ctr">
                <a:lnSpc>
                  <a:spcPct val="96000"/>
                </a:lnSpc>
                <a:spcBef>
                  <a:spcPct val="0"/>
                </a:spcBef>
                <a:buClrTx/>
                <a:buFontTx/>
                <a:buNone/>
              </a:pPr>
              <a:r>
                <a:rPr lang="zh-CN" altLang="en-US" sz="2000" dirty="0">
                  <a:solidFill>
                    <a:schemeClr val="tx1"/>
                  </a:solidFill>
                </a:rPr>
                <a:t>关系</a:t>
              </a:r>
              <a:r>
                <a:rPr lang="en-US" altLang="zh-CN" sz="2000" dirty="0">
                  <a:solidFill>
                    <a:schemeClr val="tx1"/>
                  </a:solidFill>
                </a:rPr>
                <a:t>R</a:t>
              </a:r>
              <a:r>
                <a:rPr lang="en-US" altLang="zh-CN" sz="2000" baseline="-25000" dirty="0">
                  <a:solidFill>
                    <a:schemeClr val="tx1"/>
                  </a:solidFill>
                </a:rPr>
                <a:t>1</a:t>
              </a:r>
              <a:endParaRPr lang="en-US" altLang="zh-CN" sz="2000" dirty="0">
                <a:solidFill>
                  <a:schemeClr val="tx1"/>
                </a:solidFill>
              </a:endParaRPr>
            </a:p>
          </p:txBody>
        </p:sp>
        <p:sp>
          <p:nvSpPr>
            <p:cNvPr id="77839" name="Text Box 14"/>
            <p:cNvSpPr txBox="1"/>
            <p:nvPr/>
          </p:nvSpPr>
          <p:spPr>
            <a:xfrm>
              <a:off x="3447" y="11005"/>
              <a:ext cx="630" cy="390"/>
            </a:xfrm>
            <a:prstGeom prst="rect">
              <a:avLst/>
            </a:prstGeom>
            <a:noFill/>
            <a:ln w="6350">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algn="ctr">
                <a:lnSpc>
                  <a:spcPct val="96000"/>
                </a:lnSpc>
                <a:spcBef>
                  <a:spcPct val="0"/>
                </a:spcBef>
                <a:buClrTx/>
                <a:buFontTx/>
                <a:buNone/>
              </a:pPr>
              <a:r>
                <a:rPr lang="zh-CN" altLang="en-US" sz="2400" dirty="0">
                  <a:solidFill>
                    <a:schemeClr val="tx1"/>
                  </a:solidFill>
                </a:rPr>
                <a:t>元组</a:t>
              </a:r>
              <a:endParaRPr lang="zh-CN" altLang="en-US" sz="2400" dirty="0">
                <a:solidFill>
                  <a:schemeClr val="tx1"/>
                </a:solidFill>
              </a:endParaRPr>
            </a:p>
          </p:txBody>
        </p:sp>
        <p:sp>
          <p:nvSpPr>
            <p:cNvPr id="77840" name="Text Box 15"/>
            <p:cNvSpPr txBox="1"/>
            <p:nvPr/>
          </p:nvSpPr>
          <p:spPr>
            <a:xfrm>
              <a:off x="5835" y="11005"/>
              <a:ext cx="795" cy="435"/>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algn="ctr">
                <a:lnSpc>
                  <a:spcPct val="96000"/>
                </a:lnSpc>
                <a:spcBef>
                  <a:spcPct val="0"/>
                </a:spcBef>
                <a:buClrTx/>
                <a:buFontTx/>
                <a:buNone/>
              </a:pPr>
              <a:r>
                <a:rPr lang="zh-CN" altLang="en-US" sz="2400" dirty="0">
                  <a:solidFill>
                    <a:schemeClr val="tx1"/>
                  </a:solidFill>
                </a:rPr>
                <a:t>元组</a:t>
              </a:r>
              <a:endParaRPr lang="zh-CN" altLang="en-US" sz="2400" dirty="0">
                <a:solidFill>
                  <a:schemeClr val="tx1"/>
                </a:solidFill>
              </a:endParaRPr>
            </a:p>
          </p:txBody>
        </p:sp>
        <p:sp>
          <p:nvSpPr>
            <p:cNvPr id="77841" name="Text Box 16"/>
            <p:cNvSpPr txBox="1"/>
            <p:nvPr/>
          </p:nvSpPr>
          <p:spPr>
            <a:xfrm>
              <a:off x="4257" y="11023"/>
              <a:ext cx="630" cy="390"/>
            </a:xfrm>
            <a:prstGeom prst="rect">
              <a:avLst/>
            </a:prstGeom>
            <a:noFill/>
            <a:ln w="6350">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algn="ctr">
                <a:lnSpc>
                  <a:spcPct val="96000"/>
                </a:lnSpc>
                <a:spcBef>
                  <a:spcPct val="0"/>
                </a:spcBef>
                <a:buClrTx/>
                <a:buFontTx/>
                <a:buNone/>
              </a:pPr>
              <a:r>
                <a:rPr lang="zh-CN" altLang="en-US" sz="2400" dirty="0">
                  <a:solidFill>
                    <a:schemeClr val="tx1"/>
                  </a:solidFill>
                </a:rPr>
                <a:t>元组</a:t>
              </a:r>
              <a:endParaRPr lang="zh-CN" altLang="en-US" sz="2400" dirty="0">
                <a:solidFill>
                  <a:schemeClr val="tx1"/>
                </a:solidFill>
              </a:endParaRPr>
            </a:p>
          </p:txBody>
        </p:sp>
        <p:sp>
          <p:nvSpPr>
            <p:cNvPr id="77842" name="Text Box 17"/>
            <p:cNvSpPr txBox="1"/>
            <p:nvPr/>
          </p:nvSpPr>
          <p:spPr>
            <a:xfrm>
              <a:off x="4902" y="11023"/>
              <a:ext cx="630" cy="390"/>
            </a:xfrm>
            <a:prstGeom prst="rect">
              <a:avLst/>
            </a:prstGeom>
            <a:noFill/>
            <a:ln w="6350">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algn="ctr">
                <a:lnSpc>
                  <a:spcPct val="96000"/>
                </a:lnSpc>
                <a:spcBef>
                  <a:spcPct val="0"/>
                </a:spcBef>
                <a:buClrTx/>
                <a:buFontTx/>
                <a:buNone/>
              </a:pPr>
              <a:r>
                <a:rPr lang="zh-CN" altLang="en-US" sz="2400" dirty="0">
                  <a:solidFill>
                    <a:schemeClr val="tx1"/>
                  </a:solidFill>
                </a:rPr>
                <a:t>元组</a:t>
              </a:r>
              <a:endParaRPr lang="zh-CN" altLang="en-US" sz="2400" dirty="0">
                <a:solidFill>
                  <a:schemeClr val="tx1"/>
                </a:solidFill>
              </a:endParaRPr>
            </a:p>
          </p:txBody>
        </p:sp>
        <p:sp>
          <p:nvSpPr>
            <p:cNvPr id="77843" name="Text Box 18"/>
            <p:cNvSpPr txBox="1"/>
            <p:nvPr/>
          </p:nvSpPr>
          <p:spPr>
            <a:xfrm>
              <a:off x="4692" y="10405"/>
              <a:ext cx="1170" cy="615"/>
            </a:xfrm>
            <a:prstGeom prst="rect">
              <a:avLst/>
            </a:prstGeom>
            <a:noFill/>
            <a:ln w="6350">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algn="just">
                <a:lnSpc>
                  <a:spcPct val="96000"/>
                </a:lnSpc>
                <a:spcBef>
                  <a:spcPct val="0"/>
                </a:spcBef>
                <a:buClrTx/>
                <a:buFontTx/>
                <a:buNone/>
              </a:pPr>
              <a:endParaRPr lang="en-US" altLang="en-US" sz="700" b="0" dirty="0">
                <a:solidFill>
                  <a:schemeClr val="tx1"/>
                </a:solidFill>
              </a:endParaRPr>
            </a:p>
          </p:txBody>
        </p:sp>
        <p:sp>
          <p:nvSpPr>
            <p:cNvPr id="77844" name="Text Box 19"/>
            <p:cNvSpPr txBox="1"/>
            <p:nvPr/>
          </p:nvSpPr>
          <p:spPr>
            <a:xfrm>
              <a:off x="4665" y="10330"/>
              <a:ext cx="810" cy="314"/>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algn="just">
                <a:lnSpc>
                  <a:spcPct val="96000"/>
                </a:lnSpc>
                <a:spcBef>
                  <a:spcPct val="0"/>
                </a:spcBef>
                <a:buClrTx/>
                <a:buFontTx/>
                <a:buNone/>
              </a:pPr>
              <a:r>
                <a:rPr lang="en-US" altLang="zh-CN" sz="2400" b="0" dirty="0">
                  <a:solidFill>
                    <a:schemeClr val="tx1"/>
                  </a:solidFill>
                </a:rPr>
                <a:t>……</a:t>
              </a:r>
              <a:endParaRPr lang="en-US" altLang="zh-CN" sz="2400" b="0" dirty="0">
                <a:solidFill>
                  <a:schemeClr val="tx1"/>
                </a:solidFill>
              </a:endParaRPr>
            </a:p>
          </p:txBody>
        </p:sp>
        <p:sp>
          <p:nvSpPr>
            <p:cNvPr id="77845" name="Text Box 20"/>
            <p:cNvSpPr txBox="1"/>
            <p:nvPr/>
          </p:nvSpPr>
          <p:spPr>
            <a:xfrm>
              <a:off x="5355" y="11020"/>
              <a:ext cx="810" cy="434"/>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algn="just">
                <a:lnSpc>
                  <a:spcPct val="96000"/>
                </a:lnSpc>
                <a:spcBef>
                  <a:spcPct val="0"/>
                </a:spcBef>
                <a:buClrTx/>
                <a:buFontTx/>
                <a:buNone/>
              </a:pPr>
              <a:r>
                <a:rPr lang="en-US" altLang="zh-CN" sz="2000" b="0" dirty="0">
                  <a:solidFill>
                    <a:schemeClr val="tx1"/>
                  </a:solidFill>
                </a:rPr>
                <a:t>……</a:t>
              </a:r>
              <a:endParaRPr lang="en-US" altLang="zh-CN" sz="2000" b="0" dirty="0">
                <a:solidFill>
                  <a:schemeClr val="tx1"/>
                </a:solidFill>
              </a:endParaRPr>
            </a:p>
          </p:txBody>
        </p:sp>
        <p:sp>
          <p:nvSpPr>
            <p:cNvPr id="77846" name="Text Box 21"/>
            <p:cNvSpPr txBox="1"/>
            <p:nvPr/>
          </p:nvSpPr>
          <p:spPr>
            <a:xfrm>
              <a:off x="3840" y="11020"/>
              <a:ext cx="810" cy="314"/>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algn="just">
                <a:lnSpc>
                  <a:spcPct val="96000"/>
                </a:lnSpc>
                <a:spcBef>
                  <a:spcPct val="0"/>
                </a:spcBef>
                <a:buClrTx/>
                <a:buFontTx/>
                <a:buNone/>
              </a:pPr>
              <a:r>
                <a:rPr lang="en-US" altLang="zh-CN" sz="2000" b="0" dirty="0">
                  <a:solidFill>
                    <a:schemeClr val="tx1"/>
                  </a:solidFill>
                </a:rPr>
                <a:t>……</a:t>
              </a:r>
              <a:endParaRPr lang="en-US" altLang="zh-CN" sz="2000" b="0" dirty="0">
                <a:solidFill>
                  <a:schemeClr val="tx1"/>
                </a:solidFill>
              </a:endParaRPr>
            </a:p>
          </p:txBody>
        </p:sp>
      </p:gr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78851"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11.7 </a:t>
            </a:r>
            <a:r>
              <a:rPr lang="zh-CN" altLang="en-US" dirty="0"/>
              <a:t>封锁的粒度</a:t>
            </a:r>
            <a:endParaRPr lang="zh-CN" altLang="en-US" dirty="0"/>
          </a:p>
        </p:txBody>
      </p:sp>
      <p:sp>
        <p:nvSpPr>
          <p:cNvPr id="78852" name="Rectangle 3"/>
          <p:cNvSpPr>
            <a:spLocks noGrp="1"/>
          </p:cNvSpPr>
          <p:nvPr>
            <p:ph idx="1"/>
          </p:nvPr>
        </p:nvSpPr>
        <p:spPr>
          <a:xfrm>
            <a:off x="457200" y="838200"/>
            <a:ext cx="7924800" cy="5715000"/>
          </a:xfrm>
          <a:ln/>
        </p:spPr>
        <p:txBody>
          <a:bodyPr vert="horz" wrap="square" lIns="91440" tIns="45720" rIns="91440" bIns="45720" anchor="t" anchorCtr="0"/>
          <a:p>
            <a:pPr eaLnBrk="1" hangingPunct="1">
              <a:lnSpc>
                <a:spcPct val="115000"/>
              </a:lnSpc>
              <a:spcBef>
                <a:spcPct val="15000"/>
              </a:spcBef>
            </a:pPr>
            <a:r>
              <a:rPr lang="zh-CN" altLang="en-US" dirty="0">
                <a:solidFill>
                  <a:schemeClr val="tx1"/>
                </a:solidFill>
              </a:rPr>
              <a:t>多粒度封锁</a:t>
            </a:r>
            <a:r>
              <a:rPr lang="en-US" altLang="zh-CN" dirty="0">
                <a:solidFill>
                  <a:schemeClr val="tx1"/>
                </a:solidFill>
              </a:rPr>
              <a:t>(</a:t>
            </a:r>
            <a:r>
              <a:rPr lang="zh-CN" altLang="en-US" dirty="0">
                <a:solidFill>
                  <a:schemeClr val="tx1"/>
                </a:solidFill>
              </a:rPr>
              <a:t>续</a:t>
            </a:r>
            <a:r>
              <a:rPr lang="en-US" altLang="zh-CN" dirty="0">
                <a:solidFill>
                  <a:schemeClr val="tx1"/>
                </a:solidFill>
              </a:rPr>
              <a:t>)</a:t>
            </a:r>
            <a:endParaRPr lang="en-US" altLang="zh-CN" dirty="0">
              <a:solidFill>
                <a:schemeClr val="tx1"/>
              </a:solidFill>
            </a:endParaRPr>
          </a:p>
          <a:p>
            <a:pPr lvl="1" eaLnBrk="1" hangingPunct="1">
              <a:lnSpc>
                <a:spcPct val="115000"/>
              </a:lnSpc>
              <a:spcBef>
                <a:spcPct val="15000"/>
              </a:spcBef>
            </a:pPr>
            <a:r>
              <a:rPr lang="zh-CN" altLang="en-US" dirty="0"/>
              <a:t>允许多粒度树中的每个结点被独立地加锁</a:t>
            </a:r>
            <a:endParaRPr lang="zh-CN" altLang="en-US" dirty="0"/>
          </a:p>
          <a:p>
            <a:pPr lvl="1" eaLnBrk="1" hangingPunct="1">
              <a:lnSpc>
                <a:spcPct val="115000"/>
              </a:lnSpc>
              <a:spcBef>
                <a:spcPct val="15000"/>
              </a:spcBef>
            </a:pPr>
            <a:r>
              <a:rPr lang="zh-CN" altLang="en-US" dirty="0"/>
              <a:t>对一个结点加锁意味着这个结点的所有后裔结点也被加以同样类型的锁</a:t>
            </a:r>
            <a:endParaRPr lang="zh-CN" altLang="en-US" dirty="0"/>
          </a:p>
          <a:p>
            <a:pPr lvl="1" eaLnBrk="1" hangingPunct="1">
              <a:lnSpc>
                <a:spcPct val="115000"/>
              </a:lnSpc>
              <a:spcBef>
                <a:spcPct val="15000"/>
              </a:spcBef>
            </a:pPr>
            <a:r>
              <a:rPr lang="zh-CN" altLang="en-US" dirty="0"/>
              <a:t>在多粒度封锁中一个数据对象可能以两种方式封锁：</a:t>
            </a:r>
            <a:r>
              <a:rPr lang="zh-CN" altLang="en-US" dirty="0">
                <a:solidFill>
                  <a:schemeClr val="accent2"/>
                </a:solidFill>
              </a:rPr>
              <a:t>显式封锁和隐式封锁</a:t>
            </a:r>
            <a:endParaRPr lang="zh-CN" altLang="en-US" dirty="0">
              <a:solidFill>
                <a:schemeClr val="accent2"/>
              </a:solidFill>
            </a:endParaRPr>
          </a:p>
          <a:p>
            <a:pPr lvl="1" eaLnBrk="1" hangingPunct="1">
              <a:lnSpc>
                <a:spcPct val="115000"/>
              </a:lnSpc>
              <a:spcBef>
                <a:spcPct val="15000"/>
              </a:spcBef>
            </a:pPr>
            <a:r>
              <a:rPr lang="zh-CN" altLang="en-US" dirty="0"/>
              <a:t>显式封锁</a:t>
            </a:r>
            <a:r>
              <a:rPr lang="en-US" altLang="zh-CN" dirty="0"/>
              <a:t>: </a:t>
            </a:r>
            <a:r>
              <a:rPr lang="zh-CN" altLang="en-US" dirty="0"/>
              <a:t>直接加到数据对象上的封锁</a:t>
            </a:r>
            <a:endParaRPr lang="zh-CN" altLang="en-US" dirty="0"/>
          </a:p>
          <a:p>
            <a:pPr lvl="1" eaLnBrk="1" hangingPunct="1">
              <a:lnSpc>
                <a:spcPct val="115000"/>
              </a:lnSpc>
              <a:spcBef>
                <a:spcPct val="15000"/>
              </a:spcBef>
            </a:pPr>
            <a:r>
              <a:rPr lang="zh-CN" altLang="en-US" dirty="0"/>
              <a:t>隐式封锁</a:t>
            </a:r>
            <a:r>
              <a:rPr lang="en-US" altLang="zh-CN" dirty="0"/>
              <a:t>: </a:t>
            </a:r>
            <a:r>
              <a:rPr lang="zh-CN" altLang="en-US" dirty="0"/>
              <a:t>由于其上级结点加锁而使该数据对象加上了锁</a:t>
            </a:r>
            <a:endParaRPr lang="zh-CN" altLang="en-US" dirty="0"/>
          </a:p>
          <a:p>
            <a:pPr lvl="1" eaLnBrk="1" hangingPunct="1">
              <a:lnSpc>
                <a:spcPct val="115000"/>
              </a:lnSpc>
              <a:spcBef>
                <a:spcPct val="15000"/>
              </a:spcBef>
            </a:pPr>
            <a:r>
              <a:rPr lang="zh-CN" altLang="en-US" dirty="0"/>
              <a:t>显式封锁和隐式封锁的效果是一样的</a:t>
            </a:r>
            <a:endParaRPr lang="zh-CN" altLang="en-US" dirty="0"/>
          </a:p>
          <a:p>
            <a:pPr lvl="1" eaLnBrk="1" hangingPunct="1">
              <a:lnSpc>
                <a:spcPct val="115000"/>
              </a:lnSpc>
              <a:spcBef>
                <a:spcPct val="15000"/>
              </a:spcBef>
            </a:pPr>
            <a:endParaRPr lang="zh-CN" altLang="en-US" dirty="0">
              <a:solidFill>
                <a:schemeClr val="accent2"/>
              </a:solidFill>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79875"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11.7 </a:t>
            </a:r>
            <a:r>
              <a:rPr lang="zh-CN" altLang="en-US" dirty="0"/>
              <a:t>封锁的粒度</a:t>
            </a:r>
            <a:endParaRPr lang="zh-CN" altLang="en-US" dirty="0"/>
          </a:p>
        </p:txBody>
      </p:sp>
      <p:sp>
        <p:nvSpPr>
          <p:cNvPr id="79876" name="Rectangle 3"/>
          <p:cNvSpPr>
            <a:spLocks noGrp="1"/>
          </p:cNvSpPr>
          <p:nvPr>
            <p:ph idx="1"/>
          </p:nvPr>
        </p:nvSpPr>
        <p:spPr>
          <a:xfrm>
            <a:off x="457200" y="838200"/>
            <a:ext cx="7924800" cy="5715000"/>
          </a:xfrm>
          <a:ln/>
        </p:spPr>
        <p:txBody>
          <a:bodyPr vert="horz" wrap="square" lIns="91440" tIns="45720" rIns="91440" bIns="45720" anchor="t" anchorCtr="0"/>
          <a:p>
            <a:pPr eaLnBrk="1" hangingPunct="1">
              <a:lnSpc>
                <a:spcPct val="115000"/>
              </a:lnSpc>
              <a:spcBef>
                <a:spcPct val="15000"/>
              </a:spcBef>
            </a:pPr>
            <a:r>
              <a:rPr lang="zh-CN" altLang="en-US" dirty="0">
                <a:solidFill>
                  <a:schemeClr val="tx1"/>
                </a:solidFill>
              </a:rPr>
              <a:t>对某个数据对象加锁时，须检查</a:t>
            </a:r>
            <a:endParaRPr lang="zh-CN" altLang="en-US" dirty="0">
              <a:solidFill>
                <a:schemeClr val="tx1"/>
              </a:solidFill>
            </a:endParaRPr>
          </a:p>
          <a:p>
            <a:pPr lvl="1" eaLnBrk="1" hangingPunct="1">
              <a:lnSpc>
                <a:spcPct val="115000"/>
              </a:lnSpc>
              <a:spcBef>
                <a:spcPct val="15000"/>
              </a:spcBef>
            </a:pPr>
            <a:r>
              <a:rPr lang="zh-CN" altLang="en-US" dirty="0">
                <a:solidFill>
                  <a:srgbClr val="0000FF"/>
                </a:solidFill>
              </a:rPr>
              <a:t>该数据对象</a:t>
            </a:r>
            <a:endParaRPr lang="zh-CN" altLang="en-US" dirty="0">
              <a:solidFill>
                <a:srgbClr val="0000FF"/>
              </a:solidFill>
            </a:endParaRPr>
          </a:p>
          <a:p>
            <a:pPr lvl="2" eaLnBrk="1" hangingPunct="1">
              <a:lnSpc>
                <a:spcPct val="115000"/>
              </a:lnSpc>
              <a:spcBef>
                <a:spcPct val="15000"/>
              </a:spcBef>
            </a:pPr>
            <a:r>
              <a:rPr lang="zh-CN" altLang="en-US" sz="2800" dirty="0"/>
              <a:t>有无显式封锁与之冲突</a:t>
            </a:r>
            <a:endParaRPr lang="zh-CN" altLang="en-US" sz="2800" dirty="0"/>
          </a:p>
          <a:p>
            <a:pPr lvl="1" eaLnBrk="1" hangingPunct="1">
              <a:lnSpc>
                <a:spcPct val="115000"/>
              </a:lnSpc>
              <a:spcBef>
                <a:spcPct val="15000"/>
              </a:spcBef>
            </a:pPr>
            <a:r>
              <a:rPr lang="zh-CN" altLang="en-US" dirty="0"/>
              <a:t> </a:t>
            </a:r>
            <a:r>
              <a:rPr lang="zh-CN" altLang="en-US" dirty="0">
                <a:solidFill>
                  <a:srgbClr val="0000FF"/>
                </a:solidFill>
              </a:rPr>
              <a:t>所有上级结点</a:t>
            </a:r>
            <a:endParaRPr lang="zh-CN" altLang="en-US" dirty="0"/>
          </a:p>
          <a:p>
            <a:pPr lvl="2" eaLnBrk="1" hangingPunct="1">
              <a:lnSpc>
                <a:spcPct val="115000"/>
              </a:lnSpc>
              <a:spcBef>
                <a:spcPct val="15000"/>
              </a:spcBef>
            </a:pPr>
            <a:r>
              <a:rPr lang="zh-CN" altLang="en-US" sz="2800" dirty="0"/>
              <a:t>检查本事务的显式封锁是否与该数据对象上的隐式封锁冲突：</a:t>
            </a:r>
            <a:r>
              <a:rPr lang="en-US" altLang="zh-CN" sz="2800" dirty="0">
                <a:solidFill>
                  <a:srgbClr val="0000FF"/>
                </a:solidFill>
              </a:rPr>
              <a:t>(</a:t>
            </a:r>
            <a:r>
              <a:rPr lang="zh-CN" altLang="en-US" sz="2800" dirty="0">
                <a:solidFill>
                  <a:srgbClr val="0000FF"/>
                </a:solidFill>
              </a:rPr>
              <a:t>由上级结点封锁造成的）</a:t>
            </a:r>
            <a:endParaRPr lang="zh-CN" altLang="en-US" sz="2800" dirty="0"/>
          </a:p>
          <a:p>
            <a:pPr lvl="1" eaLnBrk="1" hangingPunct="1">
              <a:lnSpc>
                <a:spcPct val="115000"/>
              </a:lnSpc>
              <a:spcBef>
                <a:spcPct val="15000"/>
              </a:spcBef>
            </a:pPr>
            <a:r>
              <a:rPr lang="zh-CN" altLang="en-US" dirty="0">
                <a:solidFill>
                  <a:srgbClr val="0000FF"/>
                </a:solidFill>
              </a:rPr>
              <a:t>所有下级结点</a:t>
            </a:r>
            <a:endParaRPr lang="zh-CN" altLang="en-US" dirty="0"/>
          </a:p>
          <a:p>
            <a:pPr lvl="2" eaLnBrk="1" hangingPunct="1">
              <a:lnSpc>
                <a:spcPct val="115000"/>
              </a:lnSpc>
              <a:spcBef>
                <a:spcPct val="15000"/>
              </a:spcBef>
            </a:pPr>
            <a:r>
              <a:rPr lang="zh-CN" altLang="en-US" sz="2800" dirty="0"/>
              <a:t>看上面的显式封锁是否与本事务的隐式封锁</a:t>
            </a:r>
            <a:r>
              <a:rPr lang="zh-CN" altLang="en-US" sz="2800" dirty="0">
                <a:solidFill>
                  <a:srgbClr val="0000FF"/>
                </a:solidFill>
              </a:rPr>
              <a:t>（将加到下级结点的封锁）</a:t>
            </a:r>
            <a:r>
              <a:rPr lang="zh-CN" altLang="en-US" sz="2800" dirty="0"/>
              <a:t>冲突。</a:t>
            </a:r>
            <a:endParaRPr lang="zh-CN" altLang="en-US" sz="28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80899"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11.7 </a:t>
            </a:r>
            <a:r>
              <a:rPr lang="zh-CN" altLang="en-US" dirty="0"/>
              <a:t>封锁的粒度</a:t>
            </a:r>
            <a:endParaRPr lang="zh-CN" altLang="en-US" dirty="0"/>
          </a:p>
        </p:txBody>
      </p:sp>
      <p:sp>
        <p:nvSpPr>
          <p:cNvPr id="80900" name="Rectangle 3"/>
          <p:cNvSpPr>
            <a:spLocks noGrp="1"/>
          </p:cNvSpPr>
          <p:nvPr>
            <p:ph idx="1"/>
          </p:nvPr>
        </p:nvSpPr>
        <p:spPr>
          <a:xfrm>
            <a:off x="457200" y="838200"/>
            <a:ext cx="7924800" cy="5791200"/>
          </a:xfrm>
          <a:ln/>
        </p:spPr>
        <p:txBody>
          <a:bodyPr vert="horz" wrap="square" lIns="91440" tIns="45720" rIns="91440" bIns="45720" anchor="t" anchorCtr="0"/>
          <a:p>
            <a:pPr eaLnBrk="1" hangingPunct="1">
              <a:lnSpc>
                <a:spcPct val="115000"/>
              </a:lnSpc>
              <a:spcBef>
                <a:spcPct val="15000"/>
              </a:spcBef>
              <a:buNone/>
            </a:pPr>
            <a:r>
              <a:rPr lang="zh-CN" altLang="en-US" sz="2800" dirty="0">
                <a:solidFill>
                  <a:schemeClr val="tx1"/>
                </a:solidFill>
              </a:rPr>
              <a:t>上述检查效率太低，为此引入“意向锁”</a:t>
            </a:r>
            <a:endParaRPr lang="zh-CN" altLang="en-US" sz="2800" dirty="0">
              <a:solidFill>
                <a:schemeClr val="tx1"/>
              </a:solidFill>
            </a:endParaRPr>
          </a:p>
          <a:p>
            <a:pPr eaLnBrk="1" hangingPunct="1">
              <a:lnSpc>
                <a:spcPct val="115000"/>
              </a:lnSpc>
              <a:spcBef>
                <a:spcPct val="15000"/>
              </a:spcBef>
            </a:pPr>
            <a:r>
              <a:rPr lang="zh-CN" altLang="en-US" sz="2800" dirty="0">
                <a:solidFill>
                  <a:schemeClr val="tx1"/>
                </a:solidFill>
              </a:rPr>
              <a:t>对任一结点加基本锁，必须先对它的</a:t>
            </a:r>
            <a:r>
              <a:rPr lang="zh-CN" altLang="en-US" sz="2800" dirty="0">
                <a:solidFill>
                  <a:srgbClr val="FF0000"/>
                </a:solidFill>
              </a:rPr>
              <a:t>上层</a:t>
            </a:r>
            <a:r>
              <a:rPr lang="zh-CN" altLang="en-US" sz="2800" dirty="0">
                <a:solidFill>
                  <a:schemeClr val="tx1"/>
                </a:solidFill>
              </a:rPr>
              <a:t>结点</a:t>
            </a:r>
            <a:r>
              <a:rPr lang="zh-CN" altLang="en-US" sz="2800" dirty="0">
                <a:solidFill>
                  <a:srgbClr val="FF0000"/>
                </a:solidFill>
              </a:rPr>
              <a:t>加意向锁</a:t>
            </a:r>
            <a:r>
              <a:rPr lang="zh-CN" altLang="en-US" sz="2800" dirty="0">
                <a:solidFill>
                  <a:schemeClr val="tx1"/>
                </a:solidFill>
              </a:rPr>
              <a:t>（</a:t>
            </a:r>
            <a:r>
              <a:rPr lang="en-US" altLang="zh-CN" sz="2800" dirty="0">
                <a:solidFill>
                  <a:schemeClr val="tx1"/>
                </a:solidFill>
              </a:rPr>
              <a:t>intention lock</a:t>
            </a:r>
            <a:r>
              <a:rPr lang="zh-CN" altLang="en-US" sz="2800" dirty="0">
                <a:solidFill>
                  <a:schemeClr val="tx1"/>
                </a:solidFill>
              </a:rPr>
              <a:t>）</a:t>
            </a:r>
            <a:endParaRPr lang="zh-CN" altLang="en-US" sz="2800" dirty="0">
              <a:solidFill>
                <a:schemeClr val="tx1"/>
              </a:solidFill>
            </a:endParaRPr>
          </a:p>
          <a:p>
            <a:pPr eaLnBrk="1" hangingPunct="1">
              <a:lnSpc>
                <a:spcPct val="115000"/>
              </a:lnSpc>
              <a:spcBef>
                <a:spcPct val="15000"/>
              </a:spcBef>
            </a:pPr>
            <a:r>
              <a:rPr lang="zh-CN" altLang="en-US" sz="2800" dirty="0">
                <a:solidFill>
                  <a:schemeClr val="tx1"/>
                </a:solidFill>
              </a:rPr>
              <a:t>如果对一个结点加意向锁，则说明该结点的</a:t>
            </a:r>
            <a:r>
              <a:rPr lang="zh-CN" altLang="en-US" sz="2800" dirty="0">
                <a:solidFill>
                  <a:srgbClr val="FF0000"/>
                </a:solidFill>
              </a:rPr>
              <a:t>下层</a:t>
            </a:r>
            <a:r>
              <a:rPr lang="zh-CN" altLang="en-US" sz="2800" dirty="0">
                <a:solidFill>
                  <a:schemeClr val="tx1"/>
                </a:solidFill>
              </a:rPr>
              <a:t>结点正在被加锁</a:t>
            </a:r>
            <a:endParaRPr lang="zh-CN" altLang="en-US" sz="2800" dirty="0">
              <a:solidFill>
                <a:schemeClr val="tx1"/>
              </a:solidFill>
            </a:endParaRPr>
          </a:p>
          <a:p>
            <a:pPr eaLnBrk="1" hangingPunct="1">
              <a:lnSpc>
                <a:spcPct val="115000"/>
              </a:lnSpc>
              <a:spcBef>
                <a:spcPct val="15000"/>
              </a:spcBef>
            </a:pPr>
            <a:r>
              <a:rPr lang="zh-CN" altLang="en-US" sz="2800" dirty="0">
                <a:solidFill>
                  <a:schemeClr val="tx1"/>
                </a:solidFill>
              </a:rPr>
              <a:t>常用意向锁</a:t>
            </a:r>
            <a:endParaRPr lang="zh-CN" altLang="en-US" sz="2800" dirty="0">
              <a:solidFill>
                <a:schemeClr val="tx1"/>
              </a:solidFill>
            </a:endParaRPr>
          </a:p>
          <a:p>
            <a:pPr lvl="1" eaLnBrk="1" hangingPunct="1">
              <a:lnSpc>
                <a:spcPct val="115000"/>
              </a:lnSpc>
              <a:spcBef>
                <a:spcPct val="15000"/>
              </a:spcBef>
            </a:pPr>
            <a:r>
              <a:rPr lang="zh-CN" altLang="en-US" sz="2400" dirty="0"/>
              <a:t>意向共享锁</a:t>
            </a:r>
            <a:r>
              <a:rPr lang="en-US" altLang="zh-CN" sz="2400" dirty="0"/>
              <a:t>(Intent Share Lock</a:t>
            </a:r>
            <a:r>
              <a:rPr lang="zh-CN" altLang="en-US" sz="2400" dirty="0"/>
              <a:t>，简称</a:t>
            </a:r>
            <a:r>
              <a:rPr lang="en-US" altLang="zh-CN" sz="2400" dirty="0"/>
              <a:t>IS</a:t>
            </a:r>
            <a:r>
              <a:rPr lang="zh-CN" altLang="en-US" sz="2400" dirty="0"/>
              <a:t>锁</a:t>
            </a:r>
            <a:r>
              <a:rPr lang="en-US" altLang="zh-CN" sz="2400" dirty="0"/>
              <a:t>)</a:t>
            </a:r>
            <a:endParaRPr lang="en-US" altLang="zh-CN" sz="2400" dirty="0"/>
          </a:p>
          <a:p>
            <a:pPr lvl="1" eaLnBrk="1" hangingPunct="1">
              <a:lnSpc>
                <a:spcPct val="115000"/>
              </a:lnSpc>
              <a:spcBef>
                <a:spcPct val="15000"/>
              </a:spcBef>
            </a:pPr>
            <a:r>
              <a:rPr lang="zh-CN" altLang="en-US" sz="2400" dirty="0"/>
              <a:t>意向排它锁</a:t>
            </a:r>
            <a:r>
              <a:rPr lang="en-US" altLang="zh-CN" sz="2400" dirty="0"/>
              <a:t>(Intent Exclusive Lock</a:t>
            </a:r>
            <a:r>
              <a:rPr lang="zh-CN" altLang="en-US" sz="2400" dirty="0"/>
              <a:t>，简称</a:t>
            </a:r>
            <a:r>
              <a:rPr lang="en-US" altLang="zh-CN" sz="2400" dirty="0"/>
              <a:t>IX</a:t>
            </a:r>
            <a:r>
              <a:rPr lang="zh-CN" altLang="en-US" sz="2400" dirty="0"/>
              <a:t>锁</a:t>
            </a:r>
            <a:r>
              <a:rPr lang="en-US" altLang="zh-CN" sz="2400" dirty="0"/>
              <a:t>)</a:t>
            </a:r>
            <a:endParaRPr lang="en-US" altLang="zh-CN" sz="2400" dirty="0"/>
          </a:p>
          <a:p>
            <a:pPr lvl="1" eaLnBrk="1" hangingPunct="1">
              <a:lnSpc>
                <a:spcPct val="115000"/>
              </a:lnSpc>
              <a:spcBef>
                <a:spcPct val="15000"/>
              </a:spcBef>
            </a:pPr>
            <a:r>
              <a:rPr lang="zh-CN" altLang="en-US" sz="2400" dirty="0"/>
              <a:t>共享意向排它锁</a:t>
            </a:r>
            <a:r>
              <a:rPr lang="en-US" altLang="zh-CN" sz="2400" dirty="0"/>
              <a:t>(Share Intent Exclusive Lock</a:t>
            </a:r>
            <a:r>
              <a:rPr lang="zh-CN" altLang="en-US" sz="2400" dirty="0"/>
              <a:t>，简称</a:t>
            </a:r>
            <a:r>
              <a:rPr lang="en-US" altLang="zh-CN" sz="2400" dirty="0"/>
              <a:t>SIX</a:t>
            </a:r>
            <a:r>
              <a:rPr lang="zh-CN" altLang="en-US" sz="2400" dirty="0"/>
              <a:t>锁</a:t>
            </a:r>
            <a:r>
              <a:rPr lang="en-US" altLang="zh-CN" sz="2400" dirty="0"/>
              <a:t>)</a:t>
            </a:r>
            <a:endParaRPr lang="en-US" altLang="zh-CN" sz="24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81923"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11.7 </a:t>
            </a:r>
            <a:r>
              <a:rPr lang="zh-CN" altLang="en-US" dirty="0"/>
              <a:t>封锁的粒度</a:t>
            </a:r>
            <a:endParaRPr lang="zh-CN" altLang="en-US" dirty="0"/>
          </a:p>
        </p:txBody>
      </p:sp>
      <p:sp>
        <p:nvSpPr>
          <p:cNvPr id="81924" name="Rectangle 3"/>
          <p:cNvSpPr>
            <a:spLocks noGrp="1"/>
          </p:cNvSpPr>
          <p:nvPr>
            <p:ph idx="1"/>
          </p:nvPr>
        </p:nvSpPr>
        <p:spPr>
          <a:xfrm>
            <a:off x="520700" y="723900"/>
            <a:ext cx="7924800" cy="5791200"/>
          </a:xfrm>
          <a:ln/>
        </p:spPr>
        <p:txBody>
          <a:bodyPr vert="horz" wrap="square" lIns="91440" tIns="45720" rIns="91440" bIns="45720" anchor="t" anchorCtr="0"/>
          <a:p>
            <a:pPr algn="just" eaLnBrk="1" hangingPunct="1">
              <a:lnSpc>
                <a:spcPct val="115000"/>
              </a:lnSpc>
              <a:spcBef>
                <a:spcPct val="15000"/>
              </a:spcBef>
            </a:pPr>
            <a:r>
              <a:rPr lang="en-US" altLang="zh-CN" sz="3600" dirty="0"/>
              <a:t>IS</a:t>
            </a:r>
            <a:r>
              <a:rPr lang="zh-CN" altLang="en-US" sz="3600" dirty="0"/>
              <a:t>锁</a:t>
            </a:r>
            <a:endParaRPr lang="zh-CN" altLang="en-US" sz="3600" dirty="0"/>
          </a:p>
          <a:p>
            <a:pPr lvl="1" algn="just" eaLnBrk="1" hangingPunct="1">
              <a:lnSpc>
                <a:spcPct val="115000"/>
              </a:lnSpc>
              <a:spcBef>
                <a:spcPct val="15000"/>
              </a:spcBef>
            </a:pPr>
            <a:r>
              <a:rPr lang="zh-CN" altLang="en-US" dirty="0"/>
              <a:t>如果对一个数据对象加</a:t>
            </a:r>
            <a:r>
              <a:rPr lang="en-US" altLang="zh-CN" dirty="0"/>
              <a:t>IS</a:t>
            </a:r>
            <a:r>
              <a:rPr lang="zh-CN" altLang="en-US" dirty="0"/>
              <a:t>锁，表示它的后裔结点拟（意向）加</a:t>
            </a:r>
            <a:r>
              <a:rPr lang="en-US" altLang="zh-CN" dirty="0"/>
              <a:t>S</a:t>
            </a:r>
            <a:r>
              <a:rPr lang="zh-CN" altLang="en-US" dirty="0"/>
              <a:t>锁。</a:t>
            </a:r>
            <a:endParaRPr lang="zh-CN" altLang="en-US" sz="3200" dirty="0"/>
          </a:p>
          <a:p>
            <a:pPr algn="just" eaLnBrk="1" hangingPunct="1">
              <a:lnSpc>
                <a:spcPct val="115000"/>
              </a:lnSpc>
              <a:spcBef>
                <a:spcPct val="15000"/>
              </a:spcBef>
              <a:buNone/>
            </a:pPr>
            <a:r>
              <a:rPr lang="zh-CN" altLang="en-US" sz="3600" dirty="0">
                <a:latin typeface="Courier New" panose="02070309020205020404" pitchFamily="49" charset="0"/>
              </a:rPr>
              <a:t> </a:t>
            </a:r>
            <a:r>
              <a:rPr lang="zh-CN" altLang="en-US" sz="3600" dirty="0"/>
              <a:t>	</a:t>
            </a:r>
            <a:r>
              <a:rPr lang="zh-CN" altLang="en-US" sz="2800" dirty="0">
                <a:solidFill>
                  <a:schemeClr val="tx1"/>
                </a:solidFill>
              </a:rPr>
              <a:t>例：要对某个元组加</a:t>
            </a:r>
            <a:r>
              <a:rPr lang="en-US" altLang="zh-CN" sz="2800" dirty="0">
                <a:solidFill>
                  <a:schemeClr val="tx1"/>
                </a:solidFill>
              </a:rPr>
              <a:t>S</a:t>
            </a:r>
            <a:r>
              <a:rPr lang="zh-CN" altLang="en-US" sz="2800" dirty="0">
                <a:solidFill>
                  <a:schemeClr val="tx1"/>
                </a:solidFill>
              </a:rPr>
              <a:t>锁，则要首先对关系和数据库加</a:t>
            </a:r>
            <a:r>
              <a:rPr lang="en-US" altLang="zh-CN" sz="2800" dirty="0">
                <a:solidFill>
                  <a:schemeClr val="tx1"/>
                </a:solidFill>
              </a:rPr>
              <a:t>IS</a:t>
            </a:r>
            <a:r>
              <a:rPr lang="zh-CN" altLang="en-US" sz="2800" dirty="0">
                <a:solidFill>
                  <a:schemeClr val="tx1"/>
                </a:solidFill>
              </a:rPr>
              <a:t>锁</a:t>
            </a:r>
            <a:endParaRPr lang="zh-CN" altLang="en-US" sz="2800" dirty="0">
              <a:solidFill>
                <a:schemeClr val="tx1"/>
              </a:solidFill>
            </a:endParaRPr>
          </a:p>
          <a:p>
            <a:pPr eaLnBrk="1" hangingPunct="1">
              <a:lnSpc>
                <a:spcPct val="115000"/>
              </a:lnSpc>
              <a:spcBef>
                <a:spcPct val="15000"/>
              </a:spcBef>
            </a:pPr>
            <a:r>
              <a:rPr lang="en-US" altLang="zh-CN" sz="3600" dirty="0"/>
              <a:t>IX</a:t>
            </a:r>
            <a:r>
              <a:rPr lang="zh-CN" altLang="en-US" sz="3600" dirty="0"/>
              <a:t>锁</a:t>
            </a:r>
            <a:endParaRPr lang="zh-CN" altLang="en-US" sz="3600" dirty="0"/>
          </a:p>
          <a:p>
            <a:pPr lvl="1" eaLnBrk="1" hangingPunct="1">
              <a:lnSpc>
                <a:spcPct val="115000"/>
              </a:lnSpc>
              <a:spcBef>
                <a:spcPct val="15000"/>
              </a:spcBef>
            </a:pPr>
            <a:r>
              <a:rPr lang="zh-CN" altLang="en-US" dirty="0"/>
              <a:t>如果对一个数据对象加</a:t>
            </a:r>
            <a:r>
              <a:rPr lang="en-US" altLang="zh-CN" dirty="0"/>
              <a:t>IX</a:t>
            </a:r>
            <a:r>
              <a:rPr lang="zh-CN" altLang="en-US" dirty="0"/>
              <a:t>锁，表示它的后裔结点拟（意向）加</a:t>
            </a:r>
            <a:r>
              <a:rPr lang="en-US" altLang="zh-CN" dirty="0"/>
              <a:t>X</a:t>
            </a:r>
            <a:r>
              <a:rPr lang="zh-CN" altLang="en-US" dirty="0"/>
              <a:t>锁。</a:t>
            </a:r>
            <a:endParaRPr lang="zh-CN" altLang="en-US" dirty="0"/>
          </a:p>
          <a:p>
            <a:pPr eaLnBrk="1" hangingPunct="1">
              <a:lnSpc>
                <a:spcPct val="115000"/>
              </a:lnSpc>
              <a:spcBef>
                <a:spcPct val="15000"/>
              </a:spcBef>
              <a:buNone/>
            </a:pPr>
            <a:r>
              <a:rPr lang="zh-CN" altLang="en-US" sz="2800" dirty="0"/>
              <a:t>    </a:t>
            </a:r>
            <a:r>
              <a:rPr lang="zh-CN" altLang="en-US" sz="2800" dirty="0">
                <a:solidFill>
                  <a:schemeClr val="tx1"/>
                </a:solidFill>
              </a:rPr>
              <a:t>例：要对某个元组加</a:t>
            </a:r>
            <a:r>
              <a:rPr lang="en-US" altLang="zh-CN" sz="2800" dirty="0">
                <a:solidFill>
                  <a:schemeClr val="tx1"/>
                </a:solidFill>
              </a:rPr>
              <a:t>X</a:t>
            </a:r>
            <a:r>
              <a:rPr lang="zh-CN" altLang="en-US" sz="2800" dirty="0">
                <a:solidFill>
                  <a:schemeClr val="tx1"/>
                </a:solidFill>
              </a:rPr>
              <a:t>锁，则要首先对关系和数据库加</a:t>
            </a:r>
            <a:r>
              <a:rPr lang="en-US" altLang="zh-CN" sz="2800" dirty="0">
                <a:solidFill>
                  <a:schemeClr val="tx1"/>
                </a:solidFill>
              </a:rPr>
              <a:t>IX</a:t>
            </a:r>
            <a:r>
              <a:rPr lang="zh-CN" altLang="en-US" sz="2800" dirty="0">
                <a:solidFill>
                  <a:schemeClr val="tx1"/>
                </a:solidFill>
              </a:rPr>
              <a:t>锁。</a:t>
            </a:r>
            <a:endParaRPr lang="zh-CN" altLang="en-US" sz="2800" dirty="0">
              <a:solidFill>
                <a:schemeClr val="tx1"/>
              </a:solidFill>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82947"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11.7 </a:t>
            </a:r>
            <a:r>
              <a:rPr lang="zh-CN" altLang="en-US" dirty="0"/>
              <a:t>封锁的粒度</a:t>
            </a:r>
            <a:endParaRPr lang="zh-CN" altLang="en-US" dirty="0"/>
          </a:p>
        </p:txBody>
      </p:sp>
      <p:sp>
        <p:nvSpPr>
          <p:cNvPr id="82948" name="Rectangle 3"/>
          <p:cNvSpPr>
            <a:spLocks noGrp="1"/>
          </p:cNvSpPr>
          <p:nvPr>
            <p:ph idx="1"/>
          </p:nvPr>
        </p:nvSpPr>
        <p:spPr>
          <a:xfrm>
            <a:off x="520700" y="723900"/>
            <a:ext cx="7924800" cy="5295900"/>
          </a:xfrm>
          <a:ln/>
        </p:spPr>
        <p:txBody>
          <a:bodyPr vert="horz" wrap="square" lIns="91440" tIns="45720" rIns="91440" bIns="45720" anchor="t" anchorCtr="0"/>
          <a:p>
            <a:pPr eaLnBrk="1" hangingPunct="1">
              <a:lnSpc>
                <a:spcPct val="90000"/>
              </a:lnSpc>
            </a:pPr>
            <a:r>
              <a:rPr lang="en-US" altLang="zh-CN" sz="3600" dirty="0"/>
              <a:t>SIX</a:t>
            </a:r>
            <a:r>
              <a:rPr lang="zh-CN" altLang="en-US" sz="3600" dirty="0"/>
              <a:t>锁</a:t>
            </a:r>
            <a:endParaRPr lang="zh-CN" altLang="en-US" sz="3600" dirty="0"/>
          </a:p>
          <a:p>
            <a:pPr lvl="1" eaLnBrk="1" hangingPunct="1">
              <a:lnSpc>
                <a:spcPct val="110000"/>
              </a:lnSpc>
            </a:pPr>
            <a:r>
              <a:rPr lang="zh-CN" altLang="en-US" dirty="0"/>
              <a:t>如果对一个数据对象加</a:t>
            </a:r>
            <a:r>
              <a:rPr lang="en-US" altLang="zh-CN" dirty="0"/>
              <a:t>SIX</a:t>
            </a:r>
            <a:r>
              <a:rPr lang="zh-CN" altLang="en-US" dirty="0"/>
              <a:t>锁，表示对它加</a:t>
            </a:r>
            <a:r>
              <a:rPr lang="en-US" altLang="zh-CN" dirty="0"/>
              <a:t>S</a:t>
            </a:r>
            <a:r>
              <a:rPr lang="zh-CN" altLang="en-US" dirty="0"/>
              <a:t>锁，再加</a:t>
            </a:r>
            <a:r>
              <a:rPr lang="en-US" altLang="zh-CN" dirty="0"/>
              <a:t>IX</a:t>
            </a:r>
            <a:r>
              <a:rPr lang="zh-CN" altLang="en-US" dirty="0"/>
              <a:t>锁，即</a:t>
            </a:r>
            <a:r>
              <a:rPr lang="en-US" altLang="zh-CN" dirty="0"/>
              <a:t>SIX = S + IX</a:t>
            </a:r>
            <a:r>
              <a:rPr lang="zh-CN" altLang="en-US" dirty="0"/>
              <a:t>。</a:t>
            </a:r>
            <a:endParaRPr lang="zh-CN" altLang="en-US" dirty="0"/>
          </a:p>
          <a:p>
            <a:pPr lvl="1" eaLnBrk="1" hangingPunct="1">
              <a:lnSpc>
                <a:spcPct val="110000"/>
              </a:lnSpc>
            </a:pPr>
            <a:endParaRPr lang="zh-CN" altLang="en-US" dirty="0"/>
          </a:p>
          <a:p>
            <a:pPr eaLnBrk="1" hangingPunct="1">
              <a:lnSpc>
                <a:spcPct val="110000"/>
              </a:lnSpc>
              <a:buNone/>
            </a:pPr>
            <a:r>
              <a:rPr lang="zh-CN" altLang="en-US" sz="2800" dirty="0"/>
              <a:t>    </a:t>
            </a:r>
            <a:r>
              <a:rPr lang="zh-CN" altLang="en-US" sz="2800" dirty="0">
                <a:solidFill>
                  <a:schemeClr val="tx1"/>
                </a:solidFill>
              </a:rPr>
              <a:t>例：对某个表加</a:t>
            </a:r>
            <a:r>
              <a:rPr lang="en-US" altLang="zh-CN" sz="2800" dirty="0">
                <a:solidFill>
                  <a:schemeClr val="tx1"/>
                </a:solidFill>
              </a:rPr>
              <a:t>SIX</a:t>
            </a:r>
            <a:r>
              <a:rPr lang="zh-CN" altLang="en-US" sz="2800" dirty="0">
                <a:solidFill>
                  <a:schemeClr val="tx1"/>
                </a:solidFill>
              </a:rPr>
              <a:t>锁，则表示该事务要读整个表（所以要对该表加</a:t>
            </a:r>
            <a:r>
              <a:rPr lang="en-US" altLang="zh-CN" sz="2800" dirty="0">
                <a:solidFill>
                  <a:schemeClr val="tx1"/>
                </a:solidFill>
              </a:rPr>
              <a:t>S</a:t>
            </a:r>
            <a:r>
              <a:rPr lang="zh-CN" altLang="en-US" sz="2800" dirty="0">
                <a:solidFill>
                  <a:schemeClr val="tx1"/>
                </a:solidFill>
              </a:rPr>
              <a:t>锁），同时会更新个别元组（所以要对该表加</a:t>
            </a:r>
            <a:r>
              <a:rPr lang="en-US" altLang="zh-CN" sz="2800" dirty="0">
                <a:solidFill>
                  <a:schemeClr val="tx1"/>
                </a:solidFill>
              </a:rPr>
              <a:t>IX</a:t>
            </a:r>
            <a:r>
              <a:rPr lang="zh-CN" altLang="en-US" sz="2800" dirty="0">
                <a:solidFill>
                  <a:schemeClr val="tx1"/>
                </a:solidFill>
              </a:rPr>
              <a:t>锁）。</a:t>
            </a:r>
            <a:endParaRPr lang="zh-CN" altLang="en-US" sz="2800" dirty="0">
              <a:solidFill>
                <a:schemeClr val="tx1"/>
              </a:solidFill>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83971"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11.7 </a:t>
            </a:r>
            <a:r>
              <a:rPr lang="zh-CN" altLang="en-US" dirty="0"/>
              <a:t>封锁的粒度</a:t>
            </a:r>
            <a:endParaRPr lang="zh-CN" altLang="en-US" dirty="0"/>
          </a:p>
        </p:txBody>
      </p:sp>
      <p:sp>
        <p:nvSpPr>
          <p:cNvPr id="83972" name="Rectangle 3"/>
          <p:cNvSpPr>
            <a:spLocks noGrp="1"/>
          </p:cNvSpPr>
          <p:nvPr>
            <p:ph idx="1"/>
          </p:nvPr>
        </p:nvSpPr>
        <p:spPr>
          <a:xfrm>
            <a:off x="457200" y="685800"/>
            <a:ext cx="7924800" cy="838200"/>
          </a:xfrm>
          <a:ln/>
        </p:spPr>
        <p:txBody>
          <a:bodyPr vert="horz" wrap="square" lIns="91440" tIns="45720" rIns="91440" bIns="45720" anchor="t" anchorCtr="0"/>
          <a:p>
            <a:pPr eaLnBrk="1" hangingPunct="1">
              <a:lnSpc>
                <a:spcPct val="115000"/>
              </a:lnSpc>
              <a:spcBef>
                <a:spcPct val="15000"/>
              </a:spcBef>
            </a:pPr>
            <a:r>
              <a:rPr lang="zh-CN" altLang="en-US" dirty="0">
                <a:solidFill>
                  <a:schemeClr val="tx1"/>
                </a:solidFill>
              </a:rPr>
              <a:t>意向锁的相容矩阵</a:t>
            </a:r>
            <a:endParaRPr lang="zh-CN" altLang="en-US" dirty="0">
              <a:solidFill>
                <a:schemeClr val="accent2"/>
              </a:solidFill>
            </a:endParaRPr>
          </a:p>
        </p:txBody>
      </p:sp>
      <p:graphicFrame>
        <p:nvGraphicFramePr>
          <p:cNvPr id="373880" name="Group 120"/>
          <p:cNvGraphicFramePr>
            <a:graphicFrameLocks noGrp="1"/>
          </p:cNvGraphicFramePr>
          <p:nvPr/>
        </p:nvGraphicFramePr>
        <p:xfrm>
          <a:off x="990600" y="1600200"/>
          <a:ext cx="6705600" cy="4721225"/>
        </p:xfrm>
        <a:graphic>
          <a:graphicData uri="http://schemas.openxmlformats.org/drawingml/2006/table">
            <a:tbl>
              <a:tblPr/>
              <a:tblGrid>
                <a:gridCol w="1570038"/>
                <a:gridCol w="868362"/>
                <a:gridCol w="914400"/>
                <a:gridCol w="838200"/>
                <a:gridCol w="838200"/>
                <a:gridCol w="838200"/>
                <a:gridCol w="838200"/>
              </a:tblGrid>
              <a:tr h="895470">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T</a:t>
                      </a:r>
                      <a:r>
                        <a:rPr kumimoji="1" lang="en-US" altLang="zh-CN" sz="2800" b="1" i="0" u="none" strike="noStrike" cap="none" normalizeH="0" baseline="-25000" smtClean="0">
                          <a:ln>
                            <a:noFill/>
                          </a:ln>
                          <a:solidFill>
                            <a:schemeClr val="tx1"/>
                          </a:solidFill>
                          <a:effectLst/>
                          <a:latin typeface="黑体" panose="02010609060101010101" pitchFamily="49" charset="-122"/>
                          <a:ea typeface="黑体" panose="02010609060101010101" pitchFamily="49" charset="-122"/>
                        </a:rPr>
                        <a:t>1</a:t>
                      </a: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T</a:t>
                      </a:r>
                      <a:r>
                        <a:rPr kumimoji="1" lang="en-US" altLang="zh-CN" sz="2800" b="1" i="0" u="none" strike="noStrike" cap="none" normalizeH="0" baseline="-25000" smtClean="0">
                          <a:ln>
                            <a:noFill/>
                          </a:ln>
                          <a:solidFill>
                            <a:schemeClr val="tx1"/>
                          </a:solidFill>
                          <a:effectLst/>
                          <a:latin typeface="黑体" panose="02010609060101010101" pitchFamily="49" charset="-122"/>
                          <a:ea typeface="黑体" panose="02010609060101010101" pitchFamily="49" charset="-122"/>
                        </a:rPr>
                        <a:t>2</a:t>
                      </a: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a:t>
                      </a: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6" marB="45726"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w="12700" cap="flat" cmpd="sng" algn="ctr">
                      <a:solidFill>
                        <a:schemeClr val="tx1"/>
                      </a:solidFill>
                      <a:prstDash val="solid"/>
                      <a:round/>
                      <a:headEnd type="none" w="sm" len="sm"/>
                      <a:tailEnd type="none" w="sm" len="sm"/>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S</a:t>
                      </a: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6" marB="45726"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8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rPr>
                        <a:t>X</a:t>
                      </a: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a:t>
                      </a: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6" marB="45726"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IS</a:t>
                      </a: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6" marB="45726"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IX</a:t>
                      </a: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SIX</a:t>
                      </a: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6" marB="4572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704945">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S </a:t>
                      </a: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6" marB="45726"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3200" b="1" i="0" u="none" strike="noStrike" cap="none" normalizeH="0" baseline="0" smtClean="0">
                          <a:ln>
                            <a:noFill/>
                          </a:ln>
                          <a:solidFill>
                            <a:srgbClr val="154D0F"/>
                          </a:solidFill>
                          <a:effectLst/>
                          <a:latin typeface="宋体" panose="02010600030101010101" pitchFamily="2" charset="-122"/>
                          <a:ea typeface="宋体" panose="02010600030101010101" pitchFamily="2" charset="-122"/>
                        </a:rPr>
                        <a:t>√</a:t>
                      </a:r>
                      <a:r>
                        <a:rPr kumimoji="1" lang="en-US" altLang="zh-CN" sz="3200" b="1" i="0" u="none" strike="noStrike" cap="none" normalizeH="0" baseline="0" smtClean="0">
                          <a:ln>
                            <a:noFill/>
                          </a:ln>
                          <a:solidFill>
                            <a:srgbClr val="FF0000"/>
                          </a:solidFill>
                          <a:effectLst/>
                          <a:latin typeface="宋体" panose="02010600030101010101" pitchFamily="2" charset="-122"/>
                          <a:ea typeface="宋体" panose="02010600030101010101" pitchFamily="2" charset="-122"/>
                        </a:rPr>
                        <a:t> </a:t>
                      </a:r>
                      <a:endParaRPr kumimoji="1" lang="en-US" altLang="zh-CN" sz="3200" b="1" i="0" u="none" strike="noStrike" cap="none" normalizeH="0" baseline="0" smtClean="0">
                        <a:ln>
                          <a:noFill/>
                        </a:ln>
                        <a:solidFill>
                          <a:srgbClr val="FF0000"/>
                        </a:solidFill>
                        <a:effectLst/>
                        <a:latin typeface="宋体" panose="02010600030101010101" pitchFamily="2" charset="-122"/>
                        <a:ea typeface="宋体" panose="02010600030101010101" pitchFamily="2" charset="-122"/>
                      </a:endParaRPr>
                    </a:p>
                  </a:txBody>
                  <a:tcPr marT="45726" marB="45726"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3200" b="1" i="0" u="none" strike="noStrike" cap="none" normalizeH="0" baseline="0" smtClean="0">
                          <a:ln>
                            <a:noFill/>
                          </a:ln>
                          <a:solidFill>
                            <a:srgbClr val="FF0000"/>
                          </a:solidFill>
                          <a:effectLst/>
                          <a:latin typeface="宋体" panose="02010600030101010101" pitchFamily="2" charset="-122"/>
                          <a:ea typeface="宋体" panose="02010600030101010101" pitchFamily="2" charset="-122"/>
                        </a:rPr>
                        <a:t>× </a:t>
                      </a:r>
                      <a:endParaRPr kumimoji="1" lang="en-US" altLang="zh-CN" sz="3200" b="1" i="0" u="none" strike="noStrike" cap="none" normalizeH="0" baseline="0" smtClean="0">
                        <a:ln>
                          <a:noFill/>
                        </a:ln>
                        <a:solidFill>
                          <a:srgbClr val="FF0000"/>
                        </a:solidFill>
                        <a:effectLst/>
                        <a:latin typeface="宋体" panose="02010600030101010101" pitchFamily="2" charset="-122"/>
                        <a:ea typeface="宋体" panose="02010600030101010101" pitchFamily="2" charset="-122"/>
                      </a:endParaRPr>
                    </a:p>
                  </a:txBody>
                  <a:tcPr marT="45726" marB="45726"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3200" b="1" i="0" u="none" strike="noStrike" cap="none" normalizeH="0" baseline="0" smtClean="0">
                          <a:ln>
                            <a:noFill/>
                          </a:ln>
                          <a:solidFill>
                            <a:srgbClr val="154D0F"/>
                          </a:solidFill>
                          <a:effectLst/>
                          <a:latin typeface="宋体" panose="02010600030101010101" pitchFamily="2" charset="-122"/>
                          <a:ea typeface="宋体" panose="02010600030101010101" pitchFamily="2" charset="-122"/>
                        </a:rPr>
                        <a:t>√</a:t>
                      </a:r>
                      <a:endParaRPr kumimoji="1" lang="en-US" altLang="zh-CN" sz="3200" b="1" i="0" u="none" strike="noStrike" cap="none" normalizeH="0" baseline="0" smtClean="0">
                        <a:ln>
                          <a:noFill/>
                        </a:ln>
                        <a:solidFill>
                          <a:srgbClr val="154D0F"/>
                        </a:solidFill>
                        <a:effectLst/>
                        <a:latin typeface="宋体" panose="02010600030101010101" pitchFamily="2" charset="-122"/>
                        <a:ea typeface="宋体" panose="02010600030101010101" pitchFamily="2" charset="-122"/>
                      </a:endParaRPr>
                    </a:p>
                  </a:txBody>
                  <a:tcPr marT="45726" marB="45726"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3200" b="1" i="0" u="none" strike="noStrike" cap="none" normalizeH="0" baseline="0" smtClean="0">
                          <a:ln>
                            <a:noFill/>
                          </a:ln>
                          <a:solidFill>
                            <a:srgbClr val="FF0000"/>
                          </a:solidFill>
                          <a:effectLst/>
                          <a:latin typeface="宋体" panose="02010600030101010101" pitchFamily="2" charset="-122"/>
                          <a:ea typeface="宋体" panose="02010600030101010101" pitchFamily="2" charset="-122"/>
                        </a:rPr>
                        <a:t>×</a:t>
                      </a:r>
                      <a:endParaRPr kumimoji="1" lang="en-US" altLang="zh-CN" sz="3200" b="1" i="0" u="none" strike="noStrike" cap="none" normalizeH="0" baseline="0" smtClean="0">
                        <a:ln>
                          <a:noFill/>
                        </a:ln>
                        <a:solidFill>
                          <a:srgbClr val="FF0000"/>
                        </a:solidFill>
                        <a:effectLst/>
                        <a:latin typeface="宋体" panose="02010600030101010101" pitchFamily="2" charset="-122"/>
                        <a:ea typeface="宋体" panose="02010600030101010101" pitchFamily="2" charset="-122"/>
                      </a:endParaRP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3200" b="1" i="0" u="none" strike="noStrike" cap="none" normalizeH="0" baseline="0" smtClean="0">
                          <a:ln>
                            <a:noFill/>
                          </a:ln>
                          <a:solidFill>
                            <a:srgbClr val="FF0000"/>
                          </a:solidFill>
                          <a:effectLst/>
                          <a:latin typeface="宋体" panose="02010600030101010101" pitchFamily="2" charset="-122"/>
                          <a:ea typeface="宋体" panose="02010600030101010101" pitchFamily="2" charset="-122"/>
                        </a:rPr>
                        <a:t>×</a:t>
                      </a:r>
                      <a:endParaRPr kumimoji="1" lang="en-US" altLang="zh-CN" sz="3200" b="1" i="0" u="none" strike="noStrike" cap="none" normalizeH="0" baseline="0" smtClean="0">
                        <a:ln>
                          <a:noFill/>
                        </a:ln>
                        <a:solidFill>
                          <a:srgbClr val="FF0000"/>
                        </a:solidFill>
                        <a:effectLst/>
                        <a:latin typeface="宋体" panose="02010600030101010101" pitchFamily="2" charset="-122"/>
                        <a:ea typeface="宋体" panose="02010600030101010101" pitchFamily="2" charset="-122"/>
                      </a:endParaRP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3200" b="1" i="0" u="none" strike="noStrike" cap="none" normalizeH="0" baseline="0" smtClean="0">
                          <a:ln>
                            <a:noFill/>
                          </a:ln>
                          <a:solidFill>
                            <a:srgbClr val="154D0F"/>
                          </a:solidFill>
                          <a:effectLst/>
                          <a:latin typeface="宋体" panose="02010600030101010101" pitchFamily="2" charset="-122"/>
                          <a:ea typeface="宋体" panose="02010600030101010101" pitchFamily="2" charset="-122"/>
                        </a:rPr>
                        <a:t>√</a:t>
                      </a:r>
                      <a:r>
                        <a:rPr kumimoji="1" lang="en-US" altLang="zh-CN" sz="32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  </a:t>
                      </a:r>
                      <a:endParaRPr kumimoji="1" lang="en-US" altLang="zh-CN" sz="32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marT="45726" marB="4572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762103">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8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rPr>
                        <a:t>X</a:t>
                      </a: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6" marB="45726"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3200" b="1" i="0" u="none" strike="noStrike" cap="none" normalizeH="0" baseline="0" smtClean="0">
                          <a:ln>
                            <a:noFill/>
                          </a:ln>
                          <a:solidFill>
                            <a:srgbClr val="FF0000"/>
                          </a:solidFill>
                          <a:effectLst/>
                          <a:latin typeface="宋体" panose="02010600030101010101" pitchFamily="2" charset="-122"/>
                          <a:ea typeface="宋体" panose="02010600030101010101" pitchFamily="2" charset="-122"/>
                        </a:rPr>
                        <a:t>×</a:t>
                      </a:r>
                      <a:r>
                        <a:rPr kumimoji="1" lang="en-US" altLang="zh-CN" sz="32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 </a:t>
                      </a:r>
                      <a:endParaRPr kumimoji="1" lang="en-US" altLang="zh-CN" sz="32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marT="45726" marB="45726"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3200" b="1" i="0" u="none" strike="noStrike" cap="none" normalizeH="0" baseline="0" smtClean="0">
                          <a:ln>
                            <a:noFill/>
                          </a:ln>
                          <a:solidFill>
                            <a:srgbClr val="154D0F"/>
                          </a:solidFill>
                          <a:effectLst/>
                          <a:latin typeface="宋体" panose="02010600030101010101" pitchFamily="2" charset="-122"/>
                          <a:ea typeface="宋体" panose="02010600030101010101" pitchFamily="2" charset="-122"/>
                        </a:rPr>
                        <a:t>√  </a:t>
                      </a:r>
                      <a:endParaRPr kumimoji="1" lang="en-US" altLang="zh-CN" sz="3200" b="1" i="0" u="none" strike="noStrike" cap="none" normalizeH="0" baseline="0" smtClean="0">
                        <a:ln>
                          <a:noFill/>
                        </a:ln>
                        <a:solidFill>
                          <a:srgbClr val="154D0F"/>
                        </a:solidFill>
                        <a:effectLst/>
                        <a:latin typeface="宋体" panose="02010600030101010101" pitchFamily="2" charset="-122"/>
                        <a:ea typeface="宋体" panose="02010600030101010101" pitchFamily="2" charset="-122"/>
                      </a:endParaRPr>
                    </a:p>
                  </a:txBody>
                  <a:tcPr marT="45726" marB="45726"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3200" b="1" i="0" u="none" strike="noStrike" cap="none" normalizeH="0" baseline="0" smtClean="0">
                          <a:ln>
                            <a:noFill/>
                          </a:ln>
                          <a:solidFill>
                            <a:srgbClr val="FF0000"/>
                          </a:solidFill>
                          <a:effectLst/>
                          <a:latin typeface="宋体" panose="02010600030101010101" pitchFamily="2" charset="-122"/>
                          <a:ea typeface="宋体" panose="02010600030101010101" pitchFamily="2" charset="-122"/>
                        </a:rPr>
                        <a:t>×</a:t>
                      </a:r>
                      <a:endParaRPr kumimoji="1" lang="en-US" altLang="zh-CN" sz="3200" b="1" i="0" u="none" strike="noStrike" cap="none" normalizeH="0" baseline="0" smtClean="0">
                        <a:ln>
                          <a:noFill/>
                        </a:ln>
                        <a:solidFill>
                          <a:srgbClr val="FF0000"/>
                        </a:solidFill>
                        <a:effectLst/>
                        <a:latin typeface="宋体" panose="02010600030101010101" pitchFamily="2" charset="-122"/>
                        <a:ea typeface="宋体" panose="02010600030101010101" pitchFamily="2" charset="-122"/>
                      </a:endParaRPr>
                    </a:p>
                  </a:txBody>
                  <a:tcPr marT="45726" marB="45726"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3200" b="1" i="0" u="none" strike="noStrike" cap="none" normalizeH="0" baseline="0" smtClean="0">
                          <a:ln>
                            <a:noFill/>
                          </a:ln>
                          <a:solidFill>
                            <a:srgbClr val="FF0000"/>
                          </a:solidFill>
                          <a:effectLst/>
                          <a:latin typeface="宋体" panose="02010600030101010101" pitchFamily="2" charset="-122"/>
                          <a:ea typeface="宋体" panose="02010600030101010101" pitchFamily="2" charset="-122"/>
                        </a:rPr>
                        <a:t>×</a:t>
                      </a:r>
                      <a:endParaRPr kumimoji="1" lang="en-US" altLang="zh-CN" sz="3200" b="1" i="0" u="none" strike="noStrike" cap="none" normalizeH="0" baseline="0" smtClean="0">
                        <a:ln>
                          <a:noFill/>
                        </a:ln>
                        <a:solidFill>
                          <a:srgbClr val="FF0000"/>
                        </a:solidFill>
                        <a:effectLst/>
                        <a:latin typeface="宋体" panose="02010600030101010101" pitchFamily="2" charset="-122"/>
                        <a:ea typeface="宋体" panose="02010600030101010101" pitchFamily="2" charset="-122"/>
                      </a:endParaRP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3200" b="1" i="0" u="none" strike="noStrike" cap="none" normalizeH="0" baseline="0" smtClean="0">
                          <a:ln>
                            <a:noFill/>
                          </a:ln>
                          <a:solidFill>
                            <a:srgbClr val="FF0000"/>
                          </a:solidFill>
                          <a:effectLst/>
                          <a:latin typeface="宋体" panose="02010600030101010101" pitchFamily="2" charset="-122"/>
                          <a:ea typeface="宋体" panose="02010600030101010101" pitchFamily="2" charset="-122"/>
                        </a:rPr>
                        <a:t>×</a:t>
                      </a:r>
                      <a:endParaRPr kumimoji="1" lang="en-US" altLang="zh-CN" sz="3200" b="1" i="0" u="none" strike="noStrike" cap="none" normalizeH="0" baseline="0" smtClean="0">
                        <a:ln>
                          <a:noFill/>
                        </a:ln>
                        <a:solidFill>
                          <a:srgbClr val="FF0000"/>
                        </a:solidFill>
                        <a:effectLst/>
                        <a:latin typeface="宋体" panose="02010600030101010101" pitchFamily="2" charset="-122"/>
                        <a:ea typeface="宋体" panose="02010600030101010101" pitchFamily="2" charset="-122"/>
                      </a:endParaRP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3200" b="1" i="0" u="none" strike="noStrike" cap="none" normalizeH="0" baseline="0" smtClean="0">
                          <a:ln>
                            <a:noFill/>
                          </a:ln>
                          <a:solidFill>
                            <a:srgbClr val="154D0F"/>
                          </a:solidFill>
                          <a:effectLst/>
                          <a:latin typeface="宋体" panose="02010600030101010101" pitchFamily="2" charset="-122"/>
                          <a:ea typeface="宋体" panose="02010600030101010101" pitchFamily="2" charset="-122"/>
                        </a:rPr>
                        <a:t>√  </a:t>
                      </a:r>
                      <a:endParaRPr kumimoji="1" lang="en-US" altLang="zh-CN" sz="3200" b="1" i="0" u="none" strike="noStrike" cap="none" normalizeH="0" baseline="0" smtClean="0">
                        <a:ln>
                          <a:noFill/>
                        </a:ln>
                        <a:solidFill>
                          <a:srgbClr val="154D0F"/>
                        </a:solidFill>
                        <a:effectLst/>
                        <a:latin typeface="宋体" panose="02010600030101010101" pitchFamily="2" charset="-122"/>
                        <a:ea typeface="宋体" panose="02010600030101010101" pitchFamily="2" charset="-122"/>
                      </a:endParaRPr>
                    </a:p>
                  </a:txBody>
                  <a:tcPr marT="45726" marB="4572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590629">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IS</a:t>
                      </a: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6" marB="45726"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3200" b="1" i="0" u="none" strike="noStrike" cap="none" normalizeH="0" baseline="0" smtClean="0">
                          <a:ln>
                            <a:noFill/>
                          </a:ln>
                          <a:solidFill>
                            <a:srgbClr val="154D0F"/>
                          </a:solidFill>
                          <a:effectLst/>
                          <a:latin typeface="宋体" panose="02010600030101010101" pitchFamily="2" charset="-122"/>
                          <a:ea typeface="宋体" panose="02010600030101010101" pitchFamily="2" charset="-122"/>
                        </a:rPr>
                        <a:t>√</a:t>
                      </a:r>
                      <a:endParaRPr kumimoji="1" lang="en-US" altLang="zh-CN" sz="3200" b="1" i="0" u="none" strike="noStrike" cap="none" normalizeH="0" baseline="0" smtClean="0">
                        <a:ln>
                          <a:noFill/>
                        </a:ln>
                        <a:solidFill>
                          <a:srgbClr val="154D0F"/>
                        </a:solidFill>
                        <a:effectLst/>
                        <a:latin typeface="宋体" panose="02010600030101010101" pitchFamily="2" charset="-122"/>
                        <a:ea typeface="宋体" panose="02010600030101010101" pitchFamily="2" charset="-122"/>
                      </a:endParaRPr>
                    </a:p>
                  </a:txBody>
                  <a:tcPr marT="45726" marB="45726"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3200" b="1" i="0" u="none" strike="noStrike" cap="none" normalizeH="0" baseline="0" smtClean="0">
                          <a:ln>
                            <a:noFill/>
                          </a:ln>
                          <a:solidFill>
                            <a:srgbClr val="FF0000"/>
                          </a:solidFill>
                          <a:effectLst/>
                          <a:latin typeface="宋体" panose="02010600030101010101" pitchFamily="2" charset="-122"/>
                          <a:ea typeface="宋体" panose="02010600030101010101" pitchFamily="2" charset="-122"/>
                        </a:rPr>
                        <a:t>×</a:t>
                      </a:r>
                      <a:endParaRPr kumimoji="1" lang="en-US" altLang="zh-CN" sz="3200" b="1" i="0" u="none" strike="noStrike" cap="none" normalizeH="0" baseline="0" smtClean="0">
                        <a:ln>
                          <a:noFill/>
                        </a:ln>
                        <a:solidFill>
                          <a:srgbClr val="FF0000"/>
                        </a:solidFill>
                        <a:effectLst/>
                        <a:latin typeface="宋体" panose="02010600030101010101" pitchFamily="2" charset="-122"/>
                        <a:ea typeface="宋体" panose="02010600030101010101" pitchFamily="2" charset="-122"/>
                      </a:endParaRPr>
                    </a:p>
                  </a:txBody>
                  <a:tcPr marT="45726" marB="45726"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3200" b="1" i="0" u="none" strike="noStrike" cap="none" normalizeH="0" baseline="0" smtClean="0">
                          <a:ln>
                            <a:noFill/>
                          </a:ln>
                          <a:solidFill>
                            <a:srgbClr val="154D0F"/>
                          </a:solidFill>
                          <a:effectLst/>
                          <a:latin typeface="宋体" panose="02010600030101010101" pitchFamily="2" charset="-122"/>
                          <a:ea typeface="宋体" panose="02010600030101010101" pitchFamily="2" charset="-122"/>
                        </a:rPr>
                        <a:t>√</a:t>
                      </a:r>
                      <a:endParaRPr kumimoji="1" lang="en-US" altLang="zh-CN" sz="3200" b="1" i="0" u="none" strike="noStrike" cap="none" normalizeH="0" baseline="0" smtClean="0">
                        <a:ln>
                          <a:noFill/>
                        </a:ln>
                        <a:solidFill>
                          <a:srgbClr val="154D0F"/>
                        </a:solidFill>
                        <a:effectLst/>
                        <a:latin typeface="宋体" panose="02010600030101010101" pitchFamily="2" charset="-122"/>
                        <a:ea typeface="宋体" panose="02010600030101010101" pitchFamily="2" charset="-122"/>
                      </a:endParaRPr>
                    </a:p>
                  </a:txBody>
                  <a:tcPr marT="45726" marB="45726"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solidFill>
                      <a:srgbClr val="6666FF"/>
                    </a:solid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3200" b="1" i="0" u="none" strike="noStrike" cap="none" normalizeH="0" baseline="0" smtClean="0">
                          <a:ln>
                            <a:noFill/>
                          </a:ln>
                          <a:solidFill>
                            <a:srgbClr val="154D0F"/>
                          </a:solidFill>
                          <a:effectLst/>
                          <a:latin typeface="宋体" panose="02010600030101010101" pitchFamily="2" charset="-122"/>
                          <a:ea typeface="宋体" panose="02010600030101010101" pitchFamily="2" charset="-122"/>
                        </a:rPr>
                        <a:t>√</a:t>
                      </a:r>
                      <a:endParaRPr kumimoji="1" lang="en-US" altLang="zh-CN" sz="3200" b="1" i="0" u="none" strike="noStrike" cap="none" normalizeH="0" baseline="0" smtClean="0">
                        <a:ln>
                          <a:noFill/>
                        </a:ln>
                        <a:solidFill>
                          <a:srgbClr val="154D0F"/>
                        </a:solidFill>
                        <a:effectLst/>
                        <a:latin typeface="宋体" panose="02010600030101010101" pitchFamily="2" charset="-122"/>
                        <a:ea typeface="宋体" panose="02010600030101010101" pitchFamily="2" charset="-122"/>
                      </a:endParaRP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solidFill>
                      <a:srgbClr val="6666FF"/>
                    </a:solid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3200" b="1" i="0" u="none" strike="noStrike" cap="none" normalizeH="0" baseline="0" smtClean="0">
                          <a:ln>
                            <a:noFill/>
                          </a:ln>
                          <a:solidFill>
                            <a:srgbClr val="154D0F"/>
                          </a:solidFill>
                          <a:effectLst/>
                          <a:latin typeface="宋体" panose="02010600030101010101" pitchFamily="2" charset="-122"/>
                          <a:ea typeface="宋体" panose="02010600030101010101" pitchFamily="2" charset="-122"/>
                        </a:rPr>
                        <a:t>√</a:t>
                      </a:r>
                      <a:endParaRPr kumimoji="1" lang="en-US" altLang="zh-CN" sz="3200" b="1" i="0" u="none" strike="noStrike" cap="none" normalizeH="0" baseline="0" smtClean="0">
                        <a:ln>
                          <a:noFill/>
                        </a:ln>
                        <a:solidFill>
                          <a:srgbClr val="154D0F"/>
                        </a:solidFill>
                        <a:effectLst/>
                        <a:latin typeface="宋体" panose="02010600030101010101" pitchFamily="2" charset="-122"/>
                        <a:ea typeface="宋体" panose="02010600030101010101" pitchFamily="2" charset="-122"/>
                      </a:endParaRP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solidFill>
                      <a:srgbClr val="6666FF"/>
                    </a:solid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3200" b="1" i="0" u="none" strike="noStrike" cap="none" normalizeH="0" baseline="0" smtClean="0">
                          <a:ln>
                            <a:noFill/>
                          </a:ln>
                          <a:solidFill>
                            <a:srgbClr val="154D0F"/>
                          </a:solidFill>
                          <a:effectLst/>
                          <a:latin typeface="宋体" panose="02010600030101010101" pitchFamily="2" charset="-122"/>
                          <a:ea typeface="宋体" panose="02010600030101010101" pitchFamily="2" charset="-122"/>
                        </a:rPr>
                        <a:t>√</a:t>
                      </a:r>
                      <a:endParaRPr kumimoji="1" lang="en-US" altLang="zh-CN" sz="3200" b="1" i="0" u="none" strike="noStrike" cap="none" normalizeH="0" baseline="0" smtClean="0">
                        <a:ln>
                          <a:noFill/>
                        </a:ln>
                        <a:solidFill>
                          <a:srgbClr val="154D0F"/>
                        </a:solidFill>
                        <a:effectLst/>
                        <a:latin typeface="宋体" panose="02010600030101010101" pitchFamily="2" charset="-122"/>
                        <a:ea typeface="宋体" panose="02010600030101010101" pitchFamily="2" charset="-122"/>
                      </a:endParaRPr>
                    </a:p>
                  </a:txBody>
                  <a:tcPr marT="45726" marB="4572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noFill/>
                  </a:tcPr>
                </a:tc>
              </a:tr>
              <a:tr h="609682">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IX</a:t>
                      </a: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6" marB="45726"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3200" b="1" i="0" u="none" strike="noStrike" cap="none" normalizeH="0" baseline="0" smtClean="0">
                          <a:ln>
                            <a:noFill/>
                          </a:ln>
                          <a:solidFill>
                            <a:srgbClr val="FF0000"/>
                          </a:solidFill>
                          <a:effectLst/>
                          <a:latin typeface="宋体" panose="02010600030101010101" pitchFamily="2" charset="-122"/>
                          <a:ea typeface="宋体" panose="02010600030101010101" pitchFamily="2" charset="-122"/>
                        </a:rPr>
                        <a:t>×</a:t>
                      </a:r>
                      <a:endParaRPr kumimoji="1" lang="en-US" altLang="zh-CN" sz="3200" b="1" i="0" u="none" strike="noStrike" cap="none" normalizeH="0" baseline="0" smtClean="0">
                        <a:ln>
                          <a:noFill/>
                        </a:ln>
                        <a:solidFill>
                          <a:srgbClr val="FF0000"/>
                        </a:solidFill>
                        <a:effectLst/>
                        <a:latin typeface="宋体" panose="02010600030101010101" pitchFamily="2" charset="-122"/>
                        <a:ea typeface="宋体" panose="02010600030101010101" pitchFamily="2" charset="-122"/>
                      </a:endParaRPr>
                    </a:p>
                  </a:txBody>
                  <a:tcPr marT="45726" marB="45726"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3200" b="1" i="0" u="none" strike="noStrike" cap="none" normalizeH="0" baseline="0" smtClean="0">
                          <a:ln>
                            <a:noFill/>
                          </a:ln>
                          <a:solidFill>
                            <a:srgbClr val="FF0000"/>
                          </a:solidFill>
                          <a:effectLst/>
                          <a:latin typeface="宋体" panose="02010600030101010101" pitchFamily="2" charset="-122"/>
                          <a:ea typeface="宋体" panose="02010600030101010101" pitchFamily="2" charset="-122"/>
                        </a:rPr>
                        <a:t>×</a:t>
                      </a:r>
                      <a:endParaRPr kumimoji="1" lang="en-US" altLang="zh-CN" sz="3200" b="1" i="0" u="none" strike="noStrike" cap="none" normalizeH="0" baseline="0" smtClean="0">
                        <a:ln>
                          <a:noFill/>
                        </a:ln>
                        <a:solidFill>
                          <a:srgbClr val="FF0000"/>
                        </a:solidFill>
                        <a:effectLst/>
                        <a:latin typeface="宋体" panose="02010600030101010101" pitchFamily="2" charset="-122"/>
                        <a:ea typeface="宋体" panose="02010600030101010101" pitchFamily="2" charset="-122"/>
                      </a:endParaRPr>
                    </a:p>
                  </a:txBody>
                  <a:tcPr marT="45726" marB="45726"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3200" b="1" i="0" u="none" strike="noStrike" cap="none" normalizeH="0" baseline="0" smtClean="0">
                          <a:ln>
                            <a:noFill/>
                          </a:ln>
                          <a:solidFill>
                            <a:srgbClr val="154D0F"/>
                          </a:solidFill>
                          <a:effectLst/>
                          <a:latin typeface="宋体" panose="02010600030101010101" pitchFamily="2" charset="-122"/>
                          <a:ea typeface="宋体" panose="02010600030101010101" pitchFamily="2" charset="-122"/>
                        </a:rPr>
                        <a:t>√</a:t>
                      </a:r>
                      <a:endParaRPr kumimoji="1" lang="en-US" altLang="zh-CN" sz="3200" b="1" i="0" u="none" strike="noStrike" cap="none" normalizeH="0" baseline="0" smtClean="0">
                        <a:ln>
                          <a:noFill/>
                        </a:ln>
                        <a:solidFill>
                          <a:srgbClr val="154D0F"/>
                        </a:solidFill>
                        <a:effectLst/>
                        <a:latin typeface="宋体" panose="02010600030101010101" pitchFamily="2" charset="-122"/>
                        <a:ea typeface="宋体" panose="02010600030101010101" pitchFamily="2" charset="-122"/>
                      </a:endParaRPr>
                    </a:p>
                  </a:txBody>
                  <a:tcPr marT="45726" marB="45726"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66FF"/>
                    </a:solid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3200" b="1" i="0" u="none" strike="noStrike" cap="none" normalizeH="0" baseline="0" smtClean="0">
                          <a:ln>
                            <a:noFill/>
                          </a:ln>
                          <a:solidFill>
                            <a:srgbClr val="154D0F"/>
                          </a:solidFill>
                          <a:effectLst/>
                          <a:latin typeface="宋体" panose="02010600030101010101" pitchFamily="2" charset="-122"/>
                          <a:ea typeface="宋体" panose="02010600030101010101" pitchFamily="2" charset="-122"/>
                        </a:rPr>
                        <a:t>√</a:t>
                      </a:r>
                      <a:endParaRPr kumimoji="1" lang="en-US" altLang="zh-CN" sz="3200" b="1" i="0" u="none" strike="noStrike" cap="none" normalizeH="0" baseline="0" smtClean="0">
                        <a:ln>
                          <a:noFill/>
                        </a:ln>
                        <a:solidFill>
                          <a:srgbClr val="154D0F"/>
                        </a:solidFill>
                        <a:effectLst/>
                        <a:latin typeface="宋体" panose="02010600030101010101" pitchFamily="2" charset="-122"/>
                        <a:ea typeface="宋体" panose="02010600030101010101" pitchFamily="2" charset="-122"/>
                      </a:endParaRP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66FF"/>
                    </a:solid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3200" b="1" i="0" u="none" strike="noStrike" cap="none" normalizeH="0" baseline="0" smtClean="0">
                          <a:ln>
                            <a:noFill/>
                          </a:ln>
                          <a:solidFill>
                            <a:srgbClr val="FF0000"/>
                          </a:solidFill>
                          <a:effectLst/>
                          <a:latin typeface="宋体" panose="02010600030101010101" pitchFamily="2" charset="-122"/>
                          <a:ea typeface="宋体" panose="02010600030101010101" pitchFamily="2" charset="-122"/>
                        </a:rPr>
                        <a:t>×</a:t>
                      </a:r>
                      <a:endParaRPr kumimoji="1" lang="en-US" altLang="zh-CN" sz="3200" b="1" i="0" u="none" strike="noStrike" cap="none" normalizeH="0" baseline="0" smtClean="0">
                        <a:ln>
                          <a:noFill/>
                        </a:ln>
                        <a:solidFill>
                          <a:srgbClr val="FF0000"/>
                        </a:solidFill>
                        <a:effectLst/>
                        <a:latin typeface="宋体" panose="02010600030101010101" pitchFamily="2" charset="-122"/>
                        <a:ea typeface="宋体" panose="02010600030101010101" pitchFamily="2" charset="-122"/>
                      </a:endParaRP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66FF"/>
                    </a:solid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3200" b="1" i="0" u="none" strike="noStrike" cap="none" normalizeH="0" baseline="0" smtClean="0">
                          <a:ln>
                            <a:noFill/>
                          </a:ln>
                          <a:solidFill>
                            <a:srgbClr val="154D0F"/>
                          </a:solidFill>
                          <a:effectLst/>
                          <a:latin typeface="宋体" panose="02010600030101010101" pitchFamily="2" charset="-122"/>
                          <a:ea typeface="宋体" panose="02010600030101010101" pitchFamily="2" charset="-122"/>
                        </a:rPr>
                        <a:t>√</a:t>
                      </a:r>
                      <a:endParaRPr kumimoji="1" lang="en-US" altLang="zh-CN" sz="3200" b="1" i="0" u="none" strike="noStrike" cap="none" normalizeH="0" baseline="0" smtClean="0">
                        <a:ln>
                          <a:noFill/>
                        </a:ln>
                        <a:solidFill>
                          <a:srgbClr val="154D0F"/>
                        </a:solidFill>
                        <a:effectLst/>
                        <a:latin typeface="宋体" panose="02010600030101010101" pitchFamily="2" charset="-122"/>
                        <a:ea typeface="宋体" panose="02010600030101010101" pitchFamily="2" charset="-122"/>
                      </a:endParaRPr>
                    </a:p>
                  </a:txBody>
                  <a:tcPr marT="45726" marB="4572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79198">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SIX</a:t>
                      </a: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6" marB="45726"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3200" b="1" i="0" u="none" strike="noStrike" cap="none" normalizeH="0" baseline="0" smtClean="0">
                          <a:ln>
                            <a:noFill/>
                          </a:ln>
                          <a:solidFill>
                            <a:srgbClr val="FF0000"/>
                          </a:solidFill>
                          <a:effectLst/>
                          <a:latin typeface="宋体" panose="02010600030101010101" pitchFamily="2" charset="-122"/>
                          <a:ea typeface="宋体" panose="02010600030101010101" pitchFamily="2" charset="-122"/>
                        </a:rPr>
                        <a:t>×</a:t>
                      </a:r>
                      <a:endParaRPr kumimoji="1" lang="en-US" altLang="zh-CN" sz="3200" b="1" i="0" u="none" strike="noStrike" cap="none" normalizeH="0" baseline="0" smtClean="0">
                        <a:ln>
                          <a:noFill/>
                        </a:ln>
                        <a:solidFill>
                          <a:srgbClr val="FF0000"/>
                        </a:solidFill>
                        <a:effectLst/>
                        <a:latin typeface="宋体" panose="02010600030101010101" pitchFamily="2" charset="-122"/>
                        <a:ea typeface="宋体" panose="02010600030101010101" pitchFamily="2" charset="-122"/>
                      </a:endParaRPr>
                    </a:p>
                  </a:txBody>
                  <a:tcPr marT="45726" marB="45726"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3200" b="1" i="0" u="none" strike="noStrike" cap="none" normalizeH="0" baseline="0" smtClean="0">
                          <a:ln>
                            <a:noFill/>
                          </a:ln>
                          <a:solidFill>
                            <a:srgbClr val="FF0000"/>
                          </a:solidFill>
                          <a:effectLst/>
                          <a:latin typeface="宋体" panose="02010600030101010101" pitchFamily="2" charset="-122"/>
                          <a:ea typeface="宋体" panose="02010600030101010101" pitchFamily="2" charset="-122"/>
                        </a:rPr>
                        <a:t>×</a:t>
                      </a:r>
                      <a:endParaRPr kumimoji="1" lang="en-US" altLang="zh-CN" sz="3200" b="1" i="0" u="none" strike="noStrike" cap="none" normalizeH="0" baseline="0" smtClean="0">
                        <a:ln>
                          <a:noFill/>
                        </a:ln>
                        <a:solidFill>
                          <a:srgbClr val="FF0000"/>
                        </a:solidFill>
                        <a:effectLst/>
                        <a:latin typeface="宋体" panose="02010600030101010101" pitchFamily="2" charset="-122"/>
                        <a:ea typeface="宋体" panose="02010600030101010101" pitchFamily="2" charset="-122"/>
                      </a:endParaRPr>
                    </a:p>
                  </a:txBody>
                  <a:tcPr marT="45726" marB="45726"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3200" b="1" i="0" u="none" strike="noStrike" cap="none" normalizeH="0" baseline="0" smtClean="0">
                          <a:ln>
                            <a:noFill/>
                          </a:ln>
                          <a:solidFill>
                            <a:srgbClr val="154D0F"/>
                          </a:solidFill>
                          <a:effectLst/>
                          <a:latin typeface="宋体" panose="02010600030101010101" pitchFamily="2" charset="-122"/>
                          <a:ea typeface="宋体" panose="02010600030101010101" pitchFamily="2" charset="-122"/>
                        </a:rPr>
                        <a:t>√</a:t>
                      </a:r>
                      <a:endParaRPr kumimoji="1" lang="en-US" altLang="zh-CN" sz="3200" b="1" i="0" u="none" strike="noStrike" cap="none" normalizeH="0" baseline="0" smtClean="0">
                        <a:ln>
                          <a:noFill/>
                        </a:ln>
                        <a:solidFill>
                          <a:srgbClr val="154D0F"/>
                        </a:solidFill>
                        <a:effectLst/>
                        <a:latin typeface="宋体" panose="02010600030101010101" pitchFamily="2" charset="-122"/>
                        <a:ea typeface="宋体" panose="02010600030101010101" pitchFamily="2" charset="-122"/>
                      </a:endParaRPr>
                    </a:p>
                  </a:txBody>
                  <a:tcPr marT="45726" marB="45726"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66FF"/>
                    </a:solid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3200" b="1" i="0" u="none" strike="noStrike" cap="none" normalizeH="0" baseline="0" smtClean="0">
                          <a:ln>
                            <a:noFill/>
                          </a:ln>
                          <a:solidFill>
                            <a:srgbClr val="FF0000"/>
                          </a:solidFill>
                          <a:effectLst/>
                          <a:latin typeface="宋体" panose="02010600030101010101" pitchFamily="2" charset="-122"/>
                          <a:ea typeface="宋体" panose="02010600030101010101" pitchFamily="2" charset="-122"/>
                        </a:rPr>
                        <a:t>×</a:t>
                      </a:r>
                      <a:endParaRPr kumimoji="1" lang="en-US" altLang="zh-CN" sz="3200" b="1" i="0" u="none" strike="noStrike" cap="none" normalizeH="0" baseline="0" smtClean="0">
                        <a:ln>
                          <a:noFill/>
                        </a:ln>
                        <a:solidFill>
                          <a:srgbClr val="FF0000"/>
                        </a:solidFill>
                        <a:effectLst/>
                        <a:latin typeface="宋体" panose="02010600030101010101" pitchFamily="2" charset="-122"/>
                        <a:ea typeface="宋体" panose="02010600030101010101" pitchFamily="2" charset="-122"/>
                      </a:endParaRP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66FF"/>
                    </a:solid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3200" b="1" i="0" u="none" strike="noStrike" cap="none" normalizeH="0" baseline="0" smtClean="0">
                          <a:ln>
                            <a:noFill/>
                          </a:ln>
                          <a:solidFill>
                            <a:srgbClr val="FF0000"/>
                          </a:solidFill>
                          <a:effectLst/>
                          <a:latin typeface="宋体" panose="02010600030101010101" pitchFamily="2" charset="-122"/>
                          <a:ea typeface="宋体" panose="02010600030101010101" pitchFamily="2" charset="-122"/>
                        </a:rPr>
                        <a:t>×</a:t>
                      </a:r>
                      <a:endParaRPr kumimoji="1" lang="en-US" altLang="zh-CN" sz="3200" b="1" i="0" u="none" strike="noStrike" cap="none" normalizeH="0" baseline="0" smtClean="0">
                        <a:ln>
                          <a:noFill/>
                        </a:ln>
                        <a:solidFill>
                          <a:srgbClr val="FF0000"/>
                        </a:solidFill>
                        <a:effectLst/>
                        <a:latin typeface="宋体" panose="02010600030101010101" pitchFamily="2" charset="-122"/>
                        <a:ea typeface="宋体" panose="02010600030101010101" pitchFamily="2" charset="-122"/>
                      </a:endParaRP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66FF"/>
                    </a:solid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3200" b="1" i="0" u="none" strike="noStrike" cap="none" normalizeH="0" baseline="0" smtClean="0">
                          <a:ln>
                            <a:noFill/>
                          </a:ln>
                          <a:solidFill>
                            <a:srgbClr val="154D0F"/>
                          </a:solidFill>
                          <a:effectLst/>
                          <a:latin typeface="宋体" panose="02010600030101010101" pitchFamily="2" charset="-122"/>
                          <a:ea typeface="宋体" panose="02010600030101010101" pitchFamily="2" charset="-122"/>
                        </a:rPr>
                        <a:t>√</a:t>
                      </a:r>
                      <a:endParaRPr kumimoji="1" lang="en-US" altLang="zh-CN" sz="3200" b="1" i="0" u="none" strike="noStrike" cap="none" normalizeH="0" baseline="0" smtClean="0">
                        <a:ln>
                          <a:noFill/>
                        </a:ln>
                        <a:solidFill>
                          <a:srgbClr val="154D0F"/>
                        </a:solidFill>
                        <a:effectLst/>
                        <a:latin typeface="宋体" panose="02010600030101010101" pitchFamily="2" charset="-122"/>
                        <a:ea typeface="宋体" panose="02010600030101010101" pitchFamily="2" charset="-122"/>
                      </a:endParaRPr>
                    </a:p>
                  </a:txBody>
                  <a:tcPr marT="45726" marB="4572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79198">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6" marB="45726"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3200" b="1" i="0" u="none" strike="noStrike" cap="none" normalizeH="0" baseline="0" smtClean="0">
                          <a:ln>
                            <a:noFill/>
                          </a:ln>
                          <a:solidFill>
                            <a:srgbClr val="154D0F"/>
                          </a:solidFill>
                          <a:effectLst/>
                          <a:latin typeface="宋体" panose="02010600030101010101" pitchFamily="2" charset="-122"/>
                          <a:ea typeface="宋体" panose="02010600030101010101" pitchFamily="2" charset="-122"/>
                        </a:rPr>
                        <a:t>√</a:t>
                      </a:r>
                      <a:r>
                        <a:rPr kumimoji="1" lang="en-US" altLang="zh-CN" sz="32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  </a:t>
                      </a:r>
                      <a:endParaRPr kumimoji="1" lang="en-US" altLang="zh-CN" sz="32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marT="45726" marB="45726"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3200" b="1" i="0" u="none" strike="noStrike" cap="none" normalizeH="0" baseline="0" smtClean="0">
                          <a:ln>
                            <a:noFill/>
                          </a:ln>
                          <a:solidFill>
                            <a:srgbClr val="154D0F"/>
                          </a:solidFill>
                          <a:effectLst/>
                          <a:latin typeface="宋体" panose="02010600030101010101" pitchFamily="2" charset="-122"/>
                          <a:ea typeface="宋体" panose="02010600030101010101" pitchFamily="2" charset="-122"/>
                        </a:rPr>
                        <a:t>√  </a:t>
                      </a:r>
                      <a:endParaRPr kumimoji="1" lang="en-US" altLang="zh-CN" sz="3200" b="1" i="0" u="none" strike="noStrike" cap="none" normalizeH="0" baseline="0" smtClean="0">
                        <a:ln>
                          <a:noFill/>
                        </a:ln>
                        <a:solidFill>
                          <a:srgbClr val="154D0F"/>
                        </a:solidFill>
                        <a:effectLst/>
                        <a:latin typeface="宋体" panose="02010600030101010101" pitchFamily="2" charset="-122"/>
                        <a:ea typeface="宋体" panose="02010600030101010101" pitchFamily="2" charset="-122"/>
                      </a:endParaRPr>
                    </a:p>
                  </a:txBody>
                  <a:tcPr marT="45726" marB="45726"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3200" b="1" i="0" u="none" strike="noStrike" cap="none" normalizeH="0" baseline="0" smtClean="0">
                          <a:ln>
                            <a:noFill/>
                          </a:ln>
                          <a:solidFill>
                            <a:srgbClr val="154D0F"/>
                          </a:solidFill>
                          <a:effectLst/>
                          <a:latin typeface="宋体" panose="02010600030101010101" pitchFamily="2" charset="-122"/>
                          <a:ea typeface="宋体" panose="02010600030101010101" pitchFamily="2" charset="-122"/>
                        </a:rPr>
                        <a:t>√</a:t>
                      </a:r>
                      <a:endParaRPr kumimoji="1" lang="en-US" altLang="zh-CN" sz="3200" b="1" i="0" u="none" strike="noStrike" cap="none" normalizeH="0" baseline="0" smtClean="0">
                        <a:ln>
                          <a:noFill/>
                        </a:ln>
                        <a:solidFill>
                          <a:srgbClr val="154D0F"/>
                        </a:solidFill>
                        <a:effectLst/>
                        <a:latin typeface="宋体" panose="02010600030101010101" pitchFamily="2" charset="-122"/>
                        <a:ea typeface="宋体" panose="02010600030101010101" pitchFamily="2" charset="-122"/>
                      </a:endParaRPr>
                    </a:p>
                  </a:txBody>
                  <a:tcPr marT="45726" marB="45726"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3200" b="1" i="0" u="none" strike="noStrike" cap="none" normalizeH="0" baseline="0" smtClean="0">
                          <a:ln>
                            <a:noFill/>
                          </a:ln>
                          <a:solidFill>
                            <a:srgbClr val="154D0F"/>
                          </a:solidFill>
                          <a:effectLst/>
                          <a:latin typeface="宋体" panose="02010600030101010101" pitchFamily="2" charset="-122"/>
                          <a:ea typeface="宋体" panose="02010600030101010101" pitchFamily="2" charset="-122"/>
                        </a:rPr>
                        <a:t>√</a:t>
                      </a:r>
                      <a:endParaRPr kumimoji="1" lang="en-US" altLang="zh-CN" sz="3200" b="1" i="0" u="none" strike="noStrike" cap="none" normalizeH="0" baseline="0" smtClean="0">
                        <a:ln>
                          <a:noFill/>
                        </a:ln>
                        <a:solidFill>
                          <a:srgbClr val="154D0F"/>
                        </a:solidFill>
                        <a:effectLst/>
                        <a:latin typeface="宋体" panose="02010600030101010101" pitchFamily="2" charset="-122"/>
                        <a:ea typeface="宋体" panose="02010600030101010101" pitchFamily="2" charset="-122"/>
                      </a:endParaRP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3200" b="1" i="0" u="none" strike="noStrike" cap="none" normalizeH="0" baseline="0" smtClean="0">
                          <a:ln>
                            <a:noFill/>
                          </a:ln>
                          <a:solidFill>
                            <a:srgbClr val="154D0F"/>
                          </a:solidFill>
                          <a:effectLst/>
                          <a:latin typeface="宋体" panose="02010600030101010101" pitchFamily="2" charset="-122"/>
                          <a:ea typeface="宋体" panose="02010600030101010101" pitchFamily="2" charset="-122"/>
                        </a:rPr>
                        <a:t>√</a:t>
                      </a:r>
                      <a:endParaRPr kumimoji="1" lang="en-US" altLang="zh-CN" sz="3200" b="1" i="0" u="none" strike="noStrike" cap="none" normalizeH="0" baseline="0" smtClean="0">
                        <a:ln>
                          <a:noFill/>
                        </a:ln>
                        <a:solidFill>
                          <a:srgbClr val="154D0F"/>
                        </a:solidFill>
                        <a:effectLst/>
                        <a:latin typeface="宋体" panose="02010600030101010101" pitchFamily="2" charset="-122"/>
                        <a:ea typeface="宋体" panose="02010600030101010101" pitchFamily="2" charset="-122"/>
                      </a:endParaRP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3200" b="1" i="0" u="none" strike="noStrike" cap="none" normalizeH="0" baseline="0" smtClean="0">
                          <a:ln>
                            <a:noFill/>
                          </a:ln>
                          <a:solidFill>
                            <a:srgbClr val="154D0F"/>
                          </a:solidFill>
                          <a:effectLst/>
                          <a:latin typeface="宋体" panose="02010600030101010101" pitchFamily="2" charset="-122"/>
                          <a:ea typeface="宋体" panose="02010600030101010101" pitchFamily="2" charset="-122"/>
                        </a:rPr>
                        <a:t>√  </a:t>
                      </a:r>
                      <a:endParaRPr kumimoji="1" lang="en-US" altLang="zh-CN" sz="3200" b="1" i="0" u="none" strike="noStrike" cap="none" normalizeH="0" baseline="0" smtClean="0">
                        <a:ln>
                          <a:noFill/>
                        </a:ln>
                        <a:solidFill>
                          <a:srgbClr val="154D0F"/>
                        </a:solidFill>
                        <a:effectLst/>
                        <a:latin typeface="宋体" panose="02010600030101010101" pitchFamily="2" charset="-122"/>
                        <a:ea typeface="宋体" panose="02010600030101010101" pitchFamily="2" charset="-122"/>
                      </a:endParaRPr>
                    </a:p>
                  </a:txBody>
                  <a:tcPr marT="45726" marB="4572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sm" len="sm"/>
                      <a:tailEnd type="none" w="sm" len="sm"/>
                    </a:lnB>
                    <a:lnTlToBr>
                      <a:noFill/>
                    </a:lnTlToBr>
                    <a:lnBlToTr>
                      <a:noFill/>
                    </a:lnBlToTr>
                    <a:noFill/>
                  </a:tcPr>
                </a:tc>
              </a:tr>
            </a:tbl>
          </a:graphicData>
        </a:graphic>
      </p:graphicFrame>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84995"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11.7 </a:t>
            </a:r>
            <a:r>
              <a:rPr lang="zh-CN" altLang="en-US" dirty="0"/>
              <a:t>封锁的粒度</a:t>
            </a:r>
            <a:endParaRPr lang="zh-CN" altLang="en-US" dirty="0"/>
          </a:p>
        </p:txBody>
      </p:sp>
      <p:sp>
        <p:nvSpPr>
          <p:cNvPr id="84996" name="Rectangle 3"/>
          <p:cNvSpPr>
            <a:spLocks noGrp="1"/>
          </p:cNvSpPr>
          <p:nvPr>
            <p:ph idx="1"/>
          </p:nvPr>
        </p:nvSpPr>
        <p:spPr>
          <a:xfrm>
            <a:off x="520700" y="723900"/>
            <a:ext cx="7924800" cy="3009900"/>
          </a:xfrm>
          <a:ln/>
        </p:spPr>
        <p:txBody>
          <a:bodyPr vert="horz" wrap="square" lIns="91440" tIns="45720" rIns="91440" bIns="45720" anchor="t" anchorCtr="0"/>
          <a:p>
            <a:pPr eaLnBrk="1" hangingPunct="1"/>
            <a:r>
              <a:rPr lang="zh-CN" altLang="en-US" dirty="0">
                <a:solidFill>
                  <a:schemeClr val="tx1"/>
                </a:solidFill>
              </a:rPr>
              <a:t>锁的强度</a:t>
            </a:r>
            <a:endParaRPr lang="zh-CN" altLang="en-US" dirty="0">
              <a:solidFill>
                <a:schemeClr val="tx1"/>
              </a:solidFill>
            </a:endParaRPr>
          </a:p>
          <a:p>
            <a:pPr lvl="1" eaLnBrk="1" hangingPunct="1"/>
            <a:r>
              <a:rPr lang="zh-CN" altLang="en-US" dirty="0"/>
              <a:t>锁的强度是指它对其他锁的排斥程度</a:t>
            </a:r>
            <a:endParaRPr lang="zh-CN" altLang="en-US" dirty="0"/>
          </a:p>
          <a:p>
            <a:pPr lvl="1" eaLnBrk="1" hangingPunct="1"/>
            <a:r>
              <a:rPr lang="zh-CN" altLang="en-US" dirty="0"/>
              <a:t>一个事务在申请封锁时以强锁代替弱锁是安全的，反之则不然</a:t>
            </a:r>
            <a:endParaRPr lang="zh-CN" altLang="en-US" dirty="0"/>
          </a:p>
        </p:txBody>
      </p:sp>
      <p:grpSp>
        <p:nvGrpSpPr>
          <p:cNvPr id="84997" name="Group 4"/>
          <p:cNvGrpSpPr/>
          <p:nvPr/>
        </p:nvGrpSpPr>
        <p:grpSpPr>
          <a:xfrm>
            <a:off x="4953000" y="2590800"/>
            <a:ext cx="1600200" cy="2895600"/>
            <a:chOff x="7340" y="3523"/>
            <a:chExt cx="1420" cy="2420"/>
          </a:xfrm>
        </p:grpSpPr>
        <p:sp>
          <p:nvSpPr>
            <p:cNvPr id="84998" name="Line 5"/>
            <p:cNvSpPr/>
            <p:nvPr/>
          </p:nvSpPr>
          <p:spPr>
            <a:xfrm flipV="1">
              <a:off x="7545" y="4498"/>
              <a:ext cx="945" cy="0"/>
            </a:xfrm>
            <a:prstGeom prst="line">
              <a:avLst/>
            </a:prstGeom>
            <a:ln w="6350" cap="flat" cmpd="sng">
              <a:solidFill>
                <a:srgbClr val="000000"/>
              </a:solidFill>
              <a:prstDash val="solid"/>
              <a:headEnd type="none" w="med" len="med"/>
              <a:tailEnd type="none" w="med" len="med"/>
            </a:ln>
          </p:spPr>
        </p:sp>
        <p:sp>
          <p:nvSpPr>
            <p:cNvPr id="84999" name="Line 6"/>
            <p:cNvSpPr/>
            <p:nvPr/>
          </p:nvSpPr>
          <p:spPr>
            <a:xfrm flipV="1">
              <a:off x="7545" y="5045"/>
              <a:ext cx="947" cy="0"/>
            </a:xfrm>
            <a:prstGeom prst="line">
              <a:avLst/>
            </a:prstGeom>
            <a:ln w="6350" cap="flat" cmpd="sng">
              <a:solidFill>
                <a:srgbClr val="000000"/>
              </a:solidFill>
              <a:prstDash val="solid"/>
              <a:headEnd type="none" w="med" len="med"/>
              <a:tailEnd type="none" w="med" len="med"/>
            </a:ln>
          </p:spPr>
        </p:sp>
        <p:sp>
          <p:nvSpPr>
            <p:cNvPr id="85000" name="Line 7"/>
            <p:cNvSpPr/>
            <p:nvPr/>
          </p:nvSpPr>
          <p:spPr>
            <a:xfrm>
              <a:off x="7530" y="4895"/>
              <a:ext cx="0" cy="165"/>
            </a:xfrm>
            <a:prstGeom prst="line">
              <a:avLst/>
            </a:prstGeom>
            <a:ln w="6350" cap="flat" cmpd="sng">
              <a:solidFill>
                <a:srgbClr val="000000"/>
              </a:solidFill>
              <a:prstDash val="solid"/>
              <a:headEnd type="none" w="med" len="med"/>
              <a:tailEnd type="none" w="med" len="med"/>
            </a:ln>
          </p:spPr>
        </p:sp>
        <p:sp>
          <p:nvSpPr>
            <p:cNvPr id="85001" name="Line 8"/>
            <p:cNvSpPr/>
            <p:nvPr/>
          </p:nvSpPr>
          <p:spPr>
            <a:xfrm>
              <a:off x="8480" y="4505"/>
              <a:ext cx="0" cy="165"/>
            </a:xfrm>
            <a:prstGeom prst="line">
              <a:avLst/>
            </a:prstGeom>
            <a:ln w="6350" cap="flat" cmpd="sng">
              <a:solidFill>
                <a:srgbClr val="000000"/>
              </a:solidFill>
              <a:prstDash val="solid"/>
              <a:headEnd type="none" w="med" len="med"/>
              <a:tailEnd type="none" w="med" len="med"/>
            </a:ln>
          </p:spPr>
        </p:sp>
        <p:sp>
          <p:nvSpPr>
            <p:cNvPr id="85002" name="Line 9"/>
            <p:cNvSpPr/>
            <p:nvPr/>
          </p:nvSpPr>
          <p:spPr>
            <a:xfrm>
              <a:off x="7530" y="4505"/>
              <a:ext cx="0" cy="165"/>
            </a:xfrm>
            <a:prstGeom prst="line">
              <a:avLst/>
            </a:prstGeom>
            <a:ln w="6350" cap="flat" cmpd="sng">
              <a:solidFill>
                <a:srgbClr val="000000"/>
              </a:solidFill>
              <a:prstDash val="solid"/>
              <a:headEnd type="none" w="med" len="med"/>
              <a:tailEnd type="none" w="med" len="med"/>
            </a:ln>
          </p:spPr>
        </p:sp>
        <p:sp>
          <p:nvSpPr>
            <p:cNvPr id="85003" name="Line 10"/>
            <p:cNvSpPr/>
            <p:nvPr/>
          </p:nvSpPr>
          <p:spPr>
            <a:xfrm>
              <a:off x="8490" y="4895"/>
              <a:ext cx="0" cy="165"/>
            </a:xfrm>
            <a:prstGeom prst="line">
              <a:avLst/>
            </a:prstGeom>
            <a:ln w="6350" cap="flat" cmpd="sng">
              <a:solidFill>
                <a:srgbClr val="000000"/>
              </a:solidFill>
              <a:prstDash val="solid"/>
              <a:headEnd type="none" w="med" len="med"/>
              <a:tailEnd type="none" w="med" len="med"/>
            </a:ln>
          </p:spPr>
        </p:sp>
        <p:sp>
          <p:nvSpPr>
            <p:cNvPr id="85004" name="Text Box 11"/>
            <p:cNvSpPr txBox="1"/>
            <p:nvPr/>
          </p:nvSpPr>
          <p:spPr>
            <a:xfrm>
              <a:off x="7730" y="4023"/>
              <a:ext cx="680" cy="430"/>
            </a:xfrm>
            <a:prstGeom prst="rect">
              <a:avLst/>
            </a:prstGeom>
            <a:noFill/>
            <a:ln w="6350">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algn="just">
                <a:lnSpc>
                  <a:spcPct val="96000"/>
                </a:lnSpc>
                <a:spcBef>
                  <a:spcPct val="0"/>
                </a:spcBef>
                <a:buClrTx/>
                <a:buFontTx/>
                <a:buNone/>
              </a:pPr>
              <a:r>
                <a:rPr lang="en-US" altLang="zh-CN" sz="2400" dirty="0">
                  <a:solidFill>
                    <a:schemeClr val="tx1"/>
                  </a:solidFill>
                </a:rPr>
                <a:t>SIX</a:t>
              </a:r>
              <a:endParaRPr lang="en-US" altLang="zh-CN" sz="2400" b="0" dirty="0">
                <a:solidFill>
                  <a:schemeClr val="tx1"/>
                </a:solidFill>
              </a:endParaRPr>
            </a:p>
          </p:txBody>
        </p:sp>
        <p:sp>
          <p:nvSpPr>
            <p:cNvPr id="85005" name="Line 12"/>
            <p:cNvSpPr/>
            <p:nvPr/>
          </p:nvSpPr>
          <p:spPr>
            <a:xfrm>
              <a:off x="8000" y="4335"/>
              <a:ext cx="0" cy="165"/>
            </a:xfrm>
            <a:prstGeom prst="line">
              <a:avLst/>
            </a:prstGeom>
            <a:ln w="6350" cap="flat" cmpd="sng">
              <a:solidFill>
                <a:srgbClr val="000000"/>
              </a:solidFill>
              <a:prstDash val="solid"/>
              <a:headEnd type="none" w="med" len="med"/>
              <a:tailEnd type="none" w="med" len="med"/>
            </a:ln>
          </p:spPr>
        </p:sp>
        <p:sp>
          <p:nvSpPr>
            <p:cNvPr id="85006" name="Line 13"/>
            <p:cNvSpPr/>
            <p:nvPr/>
          </p:nvSpPr>
          <p:spPr>
            <a:xfrm>
              <a:off x="8010" y="5045"/>
              <a:ext cx="0" cy="165"/>
            </a:xfrm>
            <a:prstGeom prst="line">
              <a:avLst/>
            </a:prstGeom>
            <a:ln w="6350" cap="flat" cmpd="sng">
              <a:solidFill>
                <a:srgbClr val="000000"/>
              </a:solidFill>
              <a:prstDash val="solid"/>
              <a:headEnd type="none" w="med" len="med"/>
              <a:tailEnd type="none" w="med" len="med"/>
            </a:ln>
          </p:spPr>
        </p:sp>
        <p:sp>
          <p:nvSpPr>
            <p:cNvPr id="85007" name="Line 14"/>
            <p:cNvSpPr/>
            <p:nvPr/>
          </p:nvSpPr>
          <p:spPr>
            <a:xfrm>
              <a:off x="8000" y="3827"/>
              <a:ext cx="0" cy="310"/>
            </a:xfrm>
            <a:prstGeom prst="line">
              <a:avLst/>
            </a:prstGeom>
            <a:ln w="6350" cap="flat" cmpd="sng">
              <a:solidFill>
                <a:srgbClr val="000000"/>
              </a:solidFill>
              <a:prstDash val="solid"/>
              <a:headEnd type="none" w="med" len="med"/>
              <a:tailEnd type="none" w="med" len="med"/>
            </a:ln>
          </p:spPr>
        </p:sp>
        <p:sp>
          <p:nvSpPr>
            <p:cNvPr id="85008" name="Line 15"/>
            <p:cNvSpPr/>
            <p:nvPr/>
          </p:nvSpPr>
          <p:spPr>
            <a:xfrm>
              <a:off x="8010" y="5380"/>
              <a:ext cx="0" cy="310"/>
            </a:xfrm>
            <a:prstGeom prst="line">
              <a:avLst/>
            </a:prstGeom>
            <a:ln w="6350" cap="flat" cmpd="sng">
              <a:solidFill>
                <a:srgbClr val="000000"/>
              </a:solidFill>
              <a:prstDash val="solid"/>
              <a:headEnd type="none" w="med" len="med"/>
              <a:tailEnd type="none" w="med" len="med"/>
            </a:ln>
          </p:spPr>
        </p:sp>
        <p:sp>
          <p:nvSpPr>
            <p:cNvPr id="85009" name="Text Box 16"/>
            <p:cNvSpPr txBox="1"/>
            <p:nvPr/>
          </p:nvSpPr>
          <p:spPr>
            <a:xfrm>
              <a:off x="7800" y="3523"/>
              <a:ext cx="480" cy="350"/>
            </a:xfrm>
            <a:prstGeom prst="rect">
              <a:avLst/>
            </a:prstGeom>
            <a:noFill/>
            <a:ln w="6350">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algn="just">
                <a:lnSpc>
                  <a:spcPct val="96000"/>
                </a:lnSpc>
                <a:spcBef>
                  <a:spcPct val="0"/>
                </a:spcBef>
                <a:buClrTx/>
                <a:buFontTx/>
                <a:buNone/>
              </a:pPr>
              <a:r>
                <a:rPr lang="en-US" altLang="zh-CN" sz="2400" dirty="0">
                  <a:solidFill>
                    <a:schemeClr val="tx1"/>
                  </a:solidFill>
                </a:rPr>
                <a:t>X</a:t>
              </a:r>
              <a:endParaRPr lang="en-US" altLang="zh-CN" sz="2000" b="0" dirty="0">
                <a:solidFill>
                  <a:schemeClr val="tx1"/>
                </a:solidFill>
              </a:endParaRPr>
            </a:p>
          </p:txBody>
        </p:sp>
        <p:sp>
          <p:nvSpPr>
            <p:cNvPr id="85010" name="Text Box 17"/>
            <p:cNvSpPr txBox="1"/>
            <p:nvPr/>
          </p:nvSpPr>
          <p:spPr>
            <a:xfrm>
              <a:off x="7340" y="4533"/>
              <a:ext cx="450" cy="430"/>
            </a:xfrm>
            <a:prstGeom prst="rect">
              <a:avLst/>
            </a:prstGeom>
            <a:noFill/>
            <a:ln w="6350">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algn="just">
                <a:lnSpc>
                  <a:spcPct val="96000"/>
                </a:lnSpc>
                <a:spcBef>
                  <a:spcPct val="0"/>
                </a:spcBef>
                <a:buClrTx/>
                <a:buFontTx/>
                <a:buNone/>
              </a:pPr>
              <a:r>
                <a:rPr lang="en-US" altLang="zh-CN" sz="2400" dirty="0">
                  <a:solidFill>
                    <a:schemeClr val="tx1"/>
                  </a:solidFill>
                </a:rPr>
                <a:t>S</a:t>
              </a:r>
              <a:endParaRPr lang="en-US" altLang="zh-CN" sz="2400" dirty="0">
                <a:solidFill>
                  <a:schemeClr val="tx1"/>
                </a:solidFill>
              </a:endParaRPr>
            </a:p>
          </p:txBody>
        </p:sp>
        <p:sp>
          <p:nvSpPr>
            <p:cNvPr id="85011" name="Text Box 18"/>
            <p:cNvSpPr txBox="1"/>
            <p:nvPr/>
          </p:nvSpPr>
          <p:spPr>
            <a:xfrm>
              <a:off x="8270" y="4543"/>
              <a:ext cx="490" cy="430"/>
            </a:xfrm>
            <a:prstGeom prst="rect">
              <a:avLst/>
            </a:prstGeom>
            <a:noFill/>
            <a:ln w="6350">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algn="just">
                <a:lnSpc>
                  <a:spcPct val="96000"/>
                </a:lnSpc>
                <a:spcBef>
                  <a:spcPct val="0"/>
                </a:spcBef>
                <a:buClrTx/>
                <a:buFontTx/>
                <a:buNone/>
              </a:pPr>
              <a:r>
                <a:rPr lang="en-US" altLang="zh-CN" sz="2400" dirty="0">
                  <a:solidFill>
                    <a:schemeClr val="tx1"/>
                  </a:solidFill>
                </a:rPr>
                <a:t>IX</a:t>
              </a:r>
              <a:endParaRPr lang="en-US" altLang="zh-CN" sz="2400" b="0" dirty="0">
                <a:solidFill>
                  <a:schemeClr val="tx1"/>
                </a:solidFill>
              </a:endParaRPr>
            </a:p>
          </p:txBody>
        </p:sp>
        <p:sp>
          <p:nvSpPr>
            <p:cNvPr id="85012" name="Text Box 19"/>
            <p:cNvSpPr txBox="1"/>
            <p:nvPr/>
          </p:nvSpPr>
          <p:spPr>
            <a:xfrm>
              <a:off x="7830" y="5563"/>
              <a:ext cx="460" cy="380"/>
            </a:xfrm>
            <a:prstGeom prst="rect">
              <a:avLst/>
            </a:prstGeom>
            <a:noFill/>
            <a:ln w="6350">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algn="just">
                <a:lnSpc>
                  <a:spcPct val="96000"/>
                </a:lnSpc>
                <a:spcBef>
                  <a:spcPct val="0"/>
                </a:spcBef>
                <a:buClrTx/>
                <a:buFontTx/>
                <a:buNone/>
              </a:pPr>
              <a:r>
                <a:rPr lang="en-US" altLang="zh-CN" sz="2400" dirty="0">
                  <a:solidFill>
                    <a:schemeClr val="tx1"/>
                  </a:solidFill>
                </a:rPr>
                <a:t> -</a:t>
              </a:r>
              <a:endParaRPr lang="en-US" altLang="zh-CN" sz="2400" b="0" dirty="0">
                <a:solidFill>
                  <a:schemeClr val="tx1"/>
                </a:solidFill>
                <a:latin typeface="宋体" panose="02010600030101010101" pitchFamily="2" charset="-122"/>
              </a:endParaRPr>
            </a:p>
          </p:txBody>
        </p:sp>
        <p:sp>
          <p:nvSpPr>
            <p:cNvPr id="85013" name="Text Box 20"/>
            <p:cNvSpPr txBox="1"/>
            <p:nvPr/>
          </p:nvSpPr>
          <p:spPr>
            <a:xfrm>
              <a:off x="7790" y="5073"/>
              <a:ext cx="610" cy="430"/>
            </a:xfrm>
            <a:prstGeom prst="rect">
              <a:avLst/>
            </a:prstGeom>
            <a:noFill/>
            <a:ln w="6350">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algn="just">
                <a:lnSpc>
                  <a:spcPct val="96000"/>
                </a:lnSpc>
                <a:spcBef>
                  <a:spcPct val="0"/>
                </a:spcBef>
                <a:buClrTx/>
                <a:buFontTx/>
                <a:buNone/>
              </a:pPr>
              <a:r>
                <a:rPr lang="en-US" altLang="zh-CN" sz="2400" dirty="0">
                  <a:solidFill>
                    <a:schemeClr val="tx1"/>
                  </a:solidFill>
                </a:rPr>
                <a:t>IS</a:t>
              </a:r>
              <a:endParaRPr lang="en-US" altLang="zh-CN" sz="2400" b="0" dirty="0">
                <a:solidFill>
                  <a:schemeClr val="tx1"/>
                </a:solidFill>
              </a:endParaRPr>
            </a:p>
          </p:txBody>
        </p:sp>
      </p:gr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86019"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11.7 </a:t>
            </a:r>
            <a:r>
              <a:rPr lang="zh-CN" altLang="en-US" dirty="0"/>
              <a:t>封锁的粒度</a:t>
            </a:r>
            <a:endParaRPr lang="zh-CN" altLang="en-US" dirty="0"/>
          </a:p>
        </p:txBody>
      </p:sp>
      <p:sp>
        <p:nvSpPr>
          <p:cNvPr id="86020" name="Rectangle 3"/>
          <p:cNvSpPr>
            <a:spLocks noGrp="1"/>
          </p:cNvSpPr>
          <p:nvPr>
            <p:ph idx="1"/>
          </p:nvPr>
        </p:nvSpPr>
        <p:spPr>
          <a:xfrm>
            <a:off x="457200" y="838200"/>
            <a:ext cx="7924800" cy="5715000"/>
          </a:xfrm>
          <a:ln/>
        </p:spPr>
        <p:txBody>
          <a:bodyPr vert="horz" wrap="square" lIns="91440" tIns="45720" rIns="91440" bIns="45720" anchor="t" anchorCtr="0"/>
          <a:p>
            <a:pPr eaLnBrk="1" hangingPunct="1">
              <a:lnSpc>
                <a:spcPct val="115000"/>
              </a:lnSpc>
              <a:spcBef>
                <a:spcPct val="15000"/>
              </a:spcBef>
            </a:pPr>
            <a:r>
              <a:rPr lang="zh-CN" altLang="en-US" dirty="0">
                <a:solidFill>
                  <a:schemeClr val="tx1"/>
                </a:solidFill>
              </a:rPr>
              <a:t>具有意向锁的多粒度封锁方法</a:t>
            </a:r>
            <a:endParaRPr lang="zh-CN" altLang="en-US" dirty="0">
              <a:solidFill>
                <a:schemeClr val="tx1"/>
              </a:solidFill>
            </a:endParaRPr>
          </a:p>
          <a:p>
            <a:pPr lvl="1" eaLnBrk="1" hangingPunct="1">
              <a:lnSpc>
                <a:spcPct val="115000"/>
              </a:lnSpc>
              <a:spcBef>
                <a:spcPct val="15000"/>
              </a:spcBef>
            </a:pPr>
            <a:r>
              <a:rPr lang="zh-CN" altLang="en-US" dirty="0"/>
              <a:t>申请封锁时应该按自上而下的次序进行；</a:t>
            </a:r>
            <a:endParaRPr lang="zh-CN" altLang="en-US" dirty="0"/>
          </a:p>
          <a:p>
            <a:pPr lvl="1" eaLnBrk="1" hangingPunct="1">
              <a:lnSpc>
                <a:spcPct val="115000"/>
              </a:lnSpc>
              <a:spcBef>
                <a:spcPct val="15000"/>
              </a:spcBef>
            </a:pPr>
            <a:r>
              <a:rPr lang="zh-CN" altLang="en-US" dirty="0"/>
              <a:t>释放封锁时则应该按自下而上的次序进行</a:t>
            </a:r>
            <a:endParaRPr lang="zh-CN" altLang="en-US" dirty="0"/>
          </a:p>
          <a:p>
            <a:pPr lvl="4" eaLnBrk="1" hangingPunct="1">
              <a:lnSpc>
                <a:spcPct val="115000"/>
              </a:lnSpc>
              <a:spcBef>
                <a:spcPct val="15000"/>
              </a:spcBef>
              <a:buNone/>
            </a:pPr>
            <a:r>
              <a:rPr lang="zh-CN" altLang="en-US" dirty="0"/>
              <a:t>   </a:t>
            </a:r>
            <a:endParaRPr lang="zh-CN" altLang="en-US" dirty="0"/>
          </a:p>
          <a:p>
            <a:pPr eaLnBrk="1" hangingPunct="1">
              <a:lnSpc>
                <a:spcPct val="115000"/>
              </a:lnSpc>
              <a:spcBef>
                <a:spcPct val="15000"/>
              </a:spcBef>
              <a:buNone/>
            </a:pPr>
            <a:r>
              <a:rPr lang="zh-CN" altLang="en-US" dirty="0">
                <a:solidFill>
                  <a:schemeClr val="tx1"/>
                </a:solidFill>
              </a:rPr>
              <a:t>   </a:t>
            </a:r>
            <a:r>
              <a:rPr lang="zh-CN" altLang="en-US" sz="2800" dirty="0">
                <a:solidFill>
                  <a:schemeClr val="tx1"/>
                </a:solidFill>
              </a:rPr>
              <a:t>例：事务</a:t>
            </a:r>
            <a:r>
              <a:rPr lang="en-US" altLang="zh-CN" sz="2800" dirty="0">
                <a:solidFill>
                  <a:schemeClr val="tx1"/>
                </a:solidFill>
              </a:rPr>
              <a:t>T</a:t>
            </a:r>
            <a:r>
              <a:rPr lang="zh-CN" altLang="en-US" sz="2800" dirty="0">
                <a:solidFill>
                  <a:schemeClr val="tx1"/>
                </a:solidFill>
              </a:rPr>
              <a:t>要对一个数据对象加锁，必须先对它的上层结点加意向锁</a:t>
            </a:r>
            <a:endParaRPr lang="zh-CN" altLang="en-US" dirty="0">
              <a:solidFill>
                <a:schemeClr val="tx1"/>
              </a:solidFill>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87043" name="Rectangle 2"/>
          <p:cNvSpPr/>
          <p:nvPr/>
        </p:nvSpPr>
        <p:spPr>
          <a:xfrm>
            <a:off x="558800" y="5207000"/>
            <a:ext cx="7912100" cy="609600"/>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algn="ctr" eaLnBrk="1" hangingPunct="1">
              <a:spcBef>
                <a:spcPct val="0"/>
              </a:spcBef>
              <a:buClrTx/>
              <a:buFontTx/>
              <a:buNone/>
            </a:pPr>
            <a:endParaRPr lang="en-US" altLang="zh-CN" sz="1400" dirty="0">
              <a:solidFill>
                <a:schemeClr val="tx1"/>
              </a:solidFill>
            </a:endParaRPr>
          </a:p>
        </p:txBody>
      </p:sp>
      <p:sp>
        <p:nvSpPr>
          <p:cNvPr id="87044" name="Rectangle 3"/>
          <p:cNvSpPr>
            <a:spLocks noGrp="1"/>
          </p:cNvSpPr>
          <p:nvPr>
            <p:ph idx="1"/>
          </p:nvPr>
        </p:nvSpPr>
        <p:spPr>
          <a:xfrm>
            <a:off x="762000" y="1143000"/>
            <a:ext cx="7696200" cy="5257800"/>
          </a:xfrm>
          <a:ln/>
        </p:spPr>
        <p:txBody>
          <a:bodyPr vert="horz" wrap="square" lIns="91440" tIns="45720" rIns="91440" bIns="45720" anchor="t" anchorCtr="0"/>
          <a:p>
            <a:pPr algn="just" eaLnBrk="1" hangingPunct="1">
              <a:buNone/>
            </a:pPr>
            <a:r>
              <a:rPr lang="en-US" altLang="zh-CN" dirty="0">
                <a:solidFill>
                  <a:schemeClr val="tx1"/>
                </a:solidFill>
              </a:rPr>
              <a:t>11.1  </a:t>
            </a:r>
            <a:r>
              <a:rPr lang="zh-CN" altLang="en-US" dirty="0">
                <a:solidFill>
                  <a:schemeClr val="tx1"/>
                </a:solidFill>
              </a:rPr>
              <a:t>并发控制概述</a:t>
            </a:r>
            <a:endParaRPr lang="zh-CN" altLang="en-US" dirty="0">
              <a:solidFill>
                <a:schemeClr val="tx1"/>
              </a:solidFill>
            </a:endParaRPr>
          </a:p>
          <a:p>
            <a:pPr algn="just" eaLnBrk="1" hangingPunct="1">
              <a:buNone/>
            </a:pPr>
            <a:r>
              <a:rPr lang="en-US" altLang="zh-CN" dirty="0">
                <a:solidFill>
                  <a:schemeClr val="tx1"/>
                </a:solidFill>
              </a:rPr>
              <a:t>11.2  </a:t>
            </a:r>
            <a:r>
              <a:rPr lang="zh-CN" altLang="en-US" dirty="0">
                <a:solidFill>
                  <a:schemeClr val="tx1"/>
                </a:solidFill>
              </a:rPr>
              <a:t>封锁</a:t>
            </a:r>
            <a:endParaRPr lang="zh-CN" altLang="en-US" dirty="0">
              <a:solidFill>
                <a:schemeClr val="tx1"/>
              </a:solidFill>
            </a:endParaRPr>
          </a:p>
          <a:p>
            <a:pPr algn="just" eaLnBrk="1" hangingPunct="1">
              <a:buNone/>
            </a:pPr>
            <a:r>
              <a:rPr lang="en-US" altLang="zh-CN" dirty="0">
                <a:solidFill>
                  <a:schemeClr val="tx1"/>
                </a:solidFill>
              </a:rPr>
              <a:t>11.3  </a:t>
            </a:r>
            <a:r>
              <a:rPr lang="zh-CN" altLang="en-US" dirty="0">
                <a:solidFill>
                  <a:schemeClr val="tx1"/>
                </a:solidFill>
              </a:rPr>
              <a:t>封锁协议</a:t>
            </a:r>
            <a:endParaRPr lang="zh-CN" altLang="en-US" dirty="0">
              <a:solidFill>
                <a:schemeClr val="tx1"/>
              </a:solidFill>
            </a:endParaRPr>
          </a:p>
          <a:p>
            <a:pPr algn="just" eaLnBrk="1" hangingPunct="1">
              <a:buNone/>
            </a:pPr>
            <a:r>
              <a:rPr lang="en-US" altLang="zh-CN" dirty="0">
                <a:solidFill>
                  <a:schemeClr val="tx1"/>
                </a:solidFill>
              </a:rPr>
              <a:t>11.4  </a:t>
            </a:r>
            <a:r>
              <a:rPr lang="zh-CN" altLang="en-US" dirty="0">
                <a:solidFill>
                  <a:schemeClr val="tx1"/>
                </a:solidFill>
              </a:rPr>
              <a:t>活锁和死锁</a:t>
            </a:r>
            <a:endParaRPr lang="zh-CN" altLang="en-US" dirty="0">
              <a:solidFill>
                <a:schemeClr val="tx1"/>
              </a:solidFill>
            </a:endParaRPr>
          </a:p>
          <a:p>
            <a:pPr algn="just" eaLnBrk="1" hangingPunct="1">
              <a:buNone/>
            </a:pPr>
            <a:r>
              <a:rPr lang="en-US" altLang="zh-CN" dirty="0">
                <a:solidFill>
                  <a:schemeClr val="tx1"/>
                </a:solidFill>
              </a:rPr>
              <a:t>11.5  </a:t>
            </a:r>
            <a:r>
              <a:rPr lang="zh-CN" altLang="en-US" dirty="0">
                <a:solidFill>
                  <a:schemeClr val="tx1"/>
                </a:solidFill>
              </a:rPr>
              <a:t>并发调度的可串行性</a:t>
            </a:r>
            <a:endParaRPr lang="zh-CN" altLang="en-US" dirty="0">
              <a:solidFill>
                <a:schemeClr val="tx1"/>
              </a:solidFill>
            </a:endParaRPr>
          </a:p>
          <a:p>
            <a:pPr algn="just" eaLnBrk="1" hangingPunct="1">
              <a:buNone/>
            </a:pPr>
            <a:r>
              <a:rPr lang="en-US" altLang="zh-CN" dirty="0">
                <a:solidFill>
                  <a:schemeClr val="tx1"/>
                </a:solidFill>
              </a:rPr>
              <a:t>11.6  </a:t>
            </a:r>
            <a:r>
              <a:rPr lang="zh-CN" altLang="en-US" dirty="0">
                <a:solidFill>
                  <a:schemeClr val="tx1"/>
                </a:solidFill>
              </a:rPr>
              <a:t>两段锁协议</a:t>
            </a:r>
            <a:endParaRPr lang="zh-CN" altLang="en-US" dirty="0">
              <a:solidFill>
                <a:schemeClr val="tx1"/>
              </a:solidFill>
            </a:endParaRPr>
          </a:p>
          <a:p>
            <a:pPr algn="just" eaLnBrk="1" hangingPunct="1">
              <a:buNone/>
            </a:pPr>
            <a:r>
              <a:rPr lang="en-US" altLang="zh-CN" dirty="0">
                <a:solidFill>
                  <a:schemeClr val="tx1"/>
                </a:solidFill>
              </a:rPr>
              <a:t>11.7  </a:t>
            </a:r>
            <a:r>
              <a:rPr lang="zh-CN" altLang="en-US" dirty="0">
                <a:solidFill>
                  <a:schemeClr val="tx1"/>
                </a:solidFill>
              </a:rPr>
              <a:t>封锁的粒度</a:t>
            </a:r>
            <a:endParaRPr lang="zh-CN" altLang="en-US" dirty="0">
              <a:solidFill>
                <a:schemeClr val="tx1"/>
              </a:solidFill>
            </a:endParaRPr>
          </a:p>
          <a:p>
            <a:pPr algn="just" eaLnBrk="1" hangingPunct="1">
              <a:buNone/>
            </a:pPr>
            <a:r>
              <a:rPr lang="en-US" altLang="zh-CN" dirty="0">
                <a:solidFill>
                  <a:schemeClr val="bg1"/>
                </a:solidFill>
              </a:rPr>
              <a:t>11.8  SQL Server</a:t>
            </a:r>
            <a:r>
              <a:rPr lang="zh-CN" altLang="en-US" dirty="0">
                <a:solidFill>
                  <a:schemeClr val="bg1"/>
                </a:solidFill>
              </a:rPr>
              <a:t>的并发控制</a:t>
            </a:r>
            <a:endParaRPr lang="zh-CN" altLang="en-US" dirty="0">
              <a:solidFill>
                <a:schemeClr val="bg1"/>
              </a:solidFill>
            </a:endParaRPr>
          </a:p>
          <a:p>
            <a:pPr algn="just" eaLnBrk="1" hangingPunct="1">
              <a:buNone/>
            </a:pPr>
            <a:r>
              <a:rPr lang="en-US" altLang="zh-CN" dirty="0">
                <a:solidFill>
                  <a:schemeClr val="tx1"/>
                </a:solidFill>
              </a:rPr>
              <a:t>11.9  </a:t>
            </a:r>
            <a:r>
              <a:rPr lang="zh-CN" altLang="en-US" dirty="0">
                <a:solidFill>
                  <a:schemeClr val="tx1"/>
                </a:solidFill>
              </a:rPr>
              <a:t>小结</a:t>
            </a:r>
            <a:endParaRPr lang="zh-CN" altLang="en-US" dirty="0">
              <a:solidFill>
                <a:schemeClr val="tx1"/>
              </a:solidFill>
            </a:endParaRPr>
          </a:p>
        </p:txBody>
      </p:sp>
      <p:sp>
        <p:nvSpPr>
          <p:cNvPr id="87045" name="Rectangle 4"/>
          <p:cNvSpPr>
            <a:spLocks noGrp="1"/>
          </p:cNvSpPr>
          <p:nvPr>
            <p:ph type="title"/>
          </p:nvPr>
        </p:nvSpPr>
        <p:spPr>
          <a:xfrm>
            <a:off x="685800" y="152400"/>
            <a:ext cx="7772400" cy="755650"/>
          </a:xfrm>
          <a:ln/>
        </p:spPr>
        <p:txBody>
          <a:bodyPr vert="horz" wrap="square" lIns="91440" tIns="45720" rIns="91440" bIns="45720" anchor="ctr" anchorCtr="0"/>
          <a:p>
            <a:pPr eaLnBrk="1" hangingPunct="1"/>
            <a:r>
              <a:rPr lang="zh-CN" altLang="en-US" sz="4000" dirty="0"/>
              <a:t>第</a:t>
            </a:r>
            <a:r>
              <a:rPr lang="en-US" altLang="zh-CN" sz="4000" dirty="0"/>
              <a:t>11</a:t>
            </a:r>
            <a:r>
              <a:rPr lang="zh-CN" altLang="en-US" sz="4000" dirty="0"/>
              <a:t>章 并发控制</a:t>
            </a:r>
            <a:endParaRPr lang="zh-CN" altLang="en-US" sz="40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88067"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11.8 SQL Server</a:t>
            </a:r>
            <a:r>
              <a:rPr lang="zh-CN" altLang="en-US" dirty="0"/>
              <a:t>的并发控制</a:t>
            </a:r>
            <a:endParaRPr lang="zh-CN" altLang="en-US" dirty="0"/>
          </a:p>
        </p:txBody>
      </p:sp>
      <p:sp>
        <p:nvSpPr>
          <p:cNvPr id="88068" name="Rectangle 3"/>
          <p:cNvSpPr>
            <a:spLocks noGrp="1"/>
          </p:cNvSpPr>
          <p:nvPr>
            <p:ph idx="1"/>
          </p:nvPr>
        </p:nvSpPr>
        <p:spPr>
          <a:xfrm>
            <a:off x="457200" y="838200"/>
            <a:ext cx="7924800" cy="5715000"/>
          </a:xfrm>
          <a:ln/>
        </p:spPr>
        <p:txBody>
          <a:bodyPr vert="horz" wrap="square" lIns="91440" tIns="45720" rIns="91440" bIns="45720" anchor="t" anchorCtr="0"/>
          <a:p>
            <a:pPr eaLnBrk="1" hangingPunct="1">
              <a:lnSpc>
                <a:spcPct val="115000"/>
              </a:lnSpc>
              <a:spcBef>
                <a:spcPct val="15000"/>
              </a:spcBef>
            </a:pPr>
            <a:r>
              <a:rPr lang="en-US" altLang="zh-CN" dirty="0">
                <a:solidFill>
                  <a:schemeClr val="tx1"/>
                </a:solidFill>
              </a:rPr>
              <a:t>Microsoft® SQL Server™ </a:t>
            </a:r>
            <a:r>
              <a:rPr lang="zh-CN" altLang="en-US" dirty="0">
                <a:solidFill>
                  <a:schemeClr val="tx1"/>
                </a:solidFill>
              </a:rPr>
              <a:t>采用具有意向锁的多粒度封锁方法</a:t>
            </a:r>
            <a:endParaRPr lang="zh-CN" altLang="en-US" dirty="0">
              <a:solidFill>
                <a:schemeClr val="tx1"/>
              </a:solidFill>
            </a:endParaRPr>
          </a:p>
          <a:p>
            <a:pPr eaLnBrk="1" hangingPunct="1">
              <a:lnSpc>
                <a:spcPct val="115000"/>
              </a:lnSpc>
              <a:spcBef>
                <a:spcPct val="15000"/>
              </a:spcBef>
            </a:pPr>
            <a:r>
              <a:rPr lang="zh-CN" altLang="en-US" dirty="0">
                <a:solidFill>
                  <a:schemeClr val="tx1"/>
                </a:solidFill>
              </a:rPr>
              <a:t>多粒度</a:t>
            </a:r>
            <a:r>
              <a:rPr lang="en-US" altLang="zh-CN" dirty="0">
                <a:solidFill>
                  <a:schemeClr val="tx1"/>
                </a:solidFill>
              </a:rPr>
              <a:t>(</a:t>
            </a:r>
            <a:r>
              <a:rPr lang="zh-CN" altLang="en-US" dirty="0">
                <a:solidFill>
                  <a:schemeClr val="tx1"/>
                </a:solidFill>
              </a:rPr>
              <a:t>由小到大</a:t>
            </a:r>
            <a:r>
              <a:rPr lang="en-US" altLang="zh-CN" dirty="0">
                <a:solidFill>
                  <a:schemeClr val="tx1"/>
                </a:solidFill>
              </a:rPr>
              <a:t>)</a:t>
            </a:r>
            <a:endParaRPr lang="en-US" altLang="zh-CN" dirty="0">
              <a:solidFill>
                <a:schemeClr val="tx1"/>
              </a:solidFill>
            </a:endParaRPr>
          </a:p>
          <a:p>
            <a:pPr lvl="1" eaLnBrk="1" hangingPunct="1">
              <a:lnSpc>
                <a:spcPct val="115000"/>
              </a:lnSpc>
              <a:spcBef>
                <a:spcPct val="15000"/>
              </a:spcBef>
            </a:pPr>
            <a:r>
              <a:rPr lang="en-US" altLang="zh-CN" dirty="0"/>
              <a:t>RID</a:t>
            </a:r>
            <a:endParaRPr lang="en-US" altLang="zh-CN" dirty="0"/>
          </a:p>
          <a:p>
            <a:pPr lvl="1" eaLnBrk="1" hangingPunct="1">
              <a:lnSpc>
                <a:spcPct val="115000"/>
              </a:lnSpc>
              <a:spcBef>
                <a:spcPct val="15000"/>
              </a:spcBef>
            </a:pPr>
            <a:r>
              <a:rPr lang="zh-CN" altLang="en-US" dirty="0"/>
              <a:t>键</a:t>
            </a:r>
            <a:endParaRPr lang="zh-CN" altLang="en-US" dirty="0"/>
          </a:p>
          <a:p>
            <a:pPr lvl="1" eaLnBrk="1" hangingPunct="1">
              <a:lnSpc>
                <a:spcPct val="115000"/>
              </a:lnSpc>
              <a:spcBef>
                <a:spcPct val="15000"/>
              </a:spcBef>
            </a:pPr>
            <a:r>
              <a:rPr lang="zh-CN" altLang="en-US" dirty="0"/>
              <a:t>页</a:t>
            </a:r>
            <a:r>
              <a:rPr lang="en-US" altLang="zh-CN" dirty="0"/>
              <a:t>(8K)</a:t>
            </a:r>
            <a:endParaRPr lang="en-US" altLang="zh-CN" dirty="0"/>
          </a:p>
          <a:p>
            <a:pPr lvl="1" eaLnBrk="1" hangingPunct="1">
              <a:lnSpc>
                <a:spcPct val="115000"/>
              </a:lnSpc>
              <a:spcBef>
                <a:spcPct val="15000"/>
              </a:spcBef>
            </a:pPr>
            <a:r>
              <a:rPr lang="zh-CN" altLang="en-US" dirty="0"/>
              <a:t>盘区</a:t>
            </a:r>
            <a:r>
              <a:rPr lang="en-US" altLang="zh-CN" dirty="0"/>
              <a:t>(</a:t>
            </a:r>
            <a:r>
              <a:rPr lang="zh-CN" altLang="en-US" dirty="0"/>
              <a:t>连续</a:t>
            </a:r>
            <a:r>
              <a:rPr lang="en-US" altLang="zh-CN" dirty="0"/>
              <a:t>8</a:t>
            </a:r>
            <a:r>
              <a:rPr lang="zh-CN" altLang="en-US" dirty="0"/>
              <a:t>页</a:t>
            </a:r>
            <a:r>
              <a:rPr lang="en-US" altLang="zh-CN" dirty="0"/>
              <a:t>)</a:t>
            </a:r>
            <a:endParaRPr lang="en-US" altLang="zh-CN" dirty="0"/>
          </a:p>
          <a:p>
            <a:pPr lvl="1" eaLnBrk="1" hangingPunct="1">
              <a:lnSpc>
                <a:spcPct val="115000"/>
              </a:lnSpc>
              <a:spcBef>
                <a:spcPct val="15000"/>
              </a:spcBef>
            </a:pPr>
            <a:r>
              <a:rPr lang="zh-CN" altLang="en-US" dirty="0"/>
              <a:t>表</a:t>
            </a:r>
            <a:endParaRPr lang="zh-CN" altLang="en-US" dirty="0"/>
          </a:p>
          <a:p>
            <a:pPr lvl="1" eaLnBrk="1" hangingPunct="1">
              <a:lnSpc>
                <a:spcPct val="115000"/>
              </a:lnSpc>
              <a:spcBef>
                <a:spcPct val="15000"/>
              </a:spcBef>
            </a:pPr>
            <a:r>
              <a:rPr lang="en-US" altLang="zh-CN" dirty="0"/>
              <a:t>DB</a:t>
            </a:r>
            <a:endParaRPr lang="en-US" altLang="zh-CN"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89091"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11.8 SQL Server</a:t>
            </a:r>
            <a:r>
              <a:rPr lang="zh-CN" altLang="en-US" dirty="0"/>
              <a:t>的并发控制</a:t>
            </a:r>
            <a:endParaRPr lang="zh-CN" altLang="en-US" dirty="0"/>
          </a:p>
        </p:txBody>
      </p:sp>
      <p:sp>
        <p:nvSpPr>
          <p:cNvPr id="89092" name="Rectangle 3"/>
          <p:cNvSpPr>
            <a:spLocks noGrp="1"/>
          </p:cNvSpPr>
          <p:nvPr>
            <p:ph idx="1"/>
          </p:nvPr>
        </p:nvSpPr>
        <p:spPr>
          <a:xfrm>
            <a:off x="609600" y="838200"/>
            <a:ext cx="7924800" cy="5029200"/>
          </a:xfrm>
          <a:ln/>
        </p:spPr>
        <p:txBody>
          <a:bodyPr vert="horz" wrap="square" lIns="91440" tIns="45720" rIns="91440" bIns="45720" anchor="t" anchorCtr="0"/>
          <a:p>
            <a:pPr eaLnBrk="1" hangingPunct="1">
              <a:lnSpc>
                <a:spcPct val="115000"/>
              </a:lnSpc>
              <a:spcBef>
                <a:spcPct val="15000"/>
              </a:spcBef>
            </a:pPr>
            <a:r>
              <a:rPr lang="zh-CN" altLang="en-US" dirty="0">
                <a:solidFill>
                  <a:schemeClr val="tx1"/>
                </a:solidFill>
              </a:rPr>
              <a:t>锁模式</a:t>
            </a:r>
            <a:endParaRPr lang="zh-CN" altLang="en-US" dirty="0">
              <a:solidFill>
                <a:schemeClr val="tx1"/>
              </a:solidFill>
            </a:endParaRPr>
          </a:p>
          <a:p>
            <a:pPr lvl="1" eaLnBrk="1" hangingPunct="1">
              <a:lnSpc>
                <a:spcPct val="115000"/>
              </a:lnSpc>
              <a:spcBef>
                <a:spcPct val="15000"/>
              </a:spcBef>
            </a:pPr>
            <a:r>
              <a:rPr lang="zh-CN" altLang="en-US" dirty="0"/>
              <a:t>共享锁</a:t>
            </a:r>
            <a:r>
              <a:rPr lang="en-US" altLang="zh-CN" dirty="0"/>
              <a:t>(S)</a:t>
            </a:r>
            <a:endParaRPr lang="en-US" altLang="zh-CN" dirty="0"/>
          </a:p>
          <a:p>
            <a:pPr lvl="1" eaLnBrk="1" hangingPunct="1">
              <a:lnSpc>
                <a:spcPct val="115000"/>
              </a:lnSpc>
              <a:spcBef>
                <a:spcPct val="15000"/>
              </a:spcBef>
            </a:pPr>
            <a:r>
              <a:rPr lang="zh-CN" altLang="en-US" dirty="0"/>
              <a:t>更新锁</a:t>
            </a:r>
            <a:r>
              <a:rPr lang="en-US" altLang="zh-CN" dirty="0"/>
              <a:t>(U)</a:t>
            </a:r>
            <a:endParaRPr lang="en-US" altLang="zh-CN" dirty="0"/>
          </a:p>
          <a:p>
            <a:pPr lvl="1" eaLnBrk="1" hangingPunct="1">
              <a:lnSpc>
                <a:spcPct val="115000"/>
              </a:lnSpc>
              <a:spcBef>
                <a:spcPct val="15000"/>
              </a:spcBef>
            </a:pPr>
            <a:r>
              <a:rPr lang="zh-CN" altLang="en-US" dirty="0"/>
              <a:t>排它锁</a:t>
            </a:r>
            <a:r>
              <a:rPr lang="en-US" altLang="zh-CN" dirty="0"/>
              <a:t>(X)</a:t>
            </a:r>
            <a:endParaRPr lang="en-US" altLang="zh-CN" dirty="0"/>
          </a:p>
          <a:p>
            <a:pPr lvl="1" eaLnBrk="1" hangingPunct="1">
              <a:lnSpc>
                <a:spcPct val="115000"/>
              </a:lnSpc>
              <a:spcBef>
                <a:spcPct val="15000"/>
              </a:spcBef>
            </a:pPr>
            <a:r>
              <a:rPr lang="zh-CN" altLang="en-US" dirty="0"/>
              <a:t>意向锁</a:t>
            </a:r>
            <a:r>
              <a:rPr lang="en-US" altLang="zh-CN" dirty="0"/>
              <a:t>: IS, IX, SIX</a:t>
            </a:r>
            <a:endParaRPr lang="en-US" altLang="zh-CN" dirty="0"/>
          </a:p>
          <a:p>
            <a:pPr lvl="1" eaLnBrk="1" hangingPunct="1">
              <a:lnSpc>
                <a:spcPct val="115000"/>
              </a:lnSpc>
              <a:spcBef>
                <a:spcPct val="15000"/>
              </a:spcBef>
            </a:pPr>
            <a:r>
              <a:rPr lang="zh-CN" altLang="en-US" dirty="0"/>
              <a:t>架构锁</a:t>
            </a:r>
            <a:r>
              <a:rPr lang="en-US" altLang="zh-CN" dirty="0"/>
              <a:t>: Sch-M, Sch-S</a:t>
            </a:r>
            <a:endParaRPr lang="en-US" altLang="zh-CN" dirty="0"/>
          </a:p>
          <a:p>
            <a:pPr lvl="1" eaLnBrk="1" hangingPunct="1">
              <a:lnSpc>
                <a:spcPct val="115000"/>
              </a:lnSpc>
              <a:spcBef>
                <a:spcPct val="15000"/>
              </a:spcBef>
            </a:pPr>
            <a:r>
              <a:rPr lang="zh-CN" altLang="en-US" dirty="0"/>
              <a:t>大容量更新锁</a:t>
            </a:r>
            <a:r>
              <a:rPr lang="en-US" altLang="zh-CN" dirty="0"/>
              <a:t>(BU)</a:t>
            </a:r>
            <a:endParaRPr lang="en-US" altLang="zh-CN"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90115"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11.8 SQL Server</a:t>
            </a:r>
            <a:r>
              <a:rPr lang="zh-CN" altLang="en-US" dirty="0"/>
              <a:t>的并发控制</a:t>
            </a:r>
            <a:endParaRPr lang="zh-CN" altLang="en-US" dirty="0"/>
          </a:p>
        </p:txBody>
      </p:sp>
      <p:sp>
        <p:nvSpPr>
          <p:cNvPr id="90116" name="Rectangle 3"/>
          <p:cNvSpPr>
            <a:spLocks noGrp="1"/>
          </p:cNvSpPr>
          <p:nvPr>
            <p:ph idx="1"/>
          </p:nvPr>
        </p:nvSpPr>
        <p:spPr>
          <a:xfrm>
            <a:off x="457200" y="990600"/>
            <a:ext cx="8229600" cy="5410200"/>
          </a:xfrm>
          <a:ln/>
        </p:spPr>
        <p:txBody>
          <a:bodyPr vert="horz" wrap="square" lIns="91440" tIns="45720" rIns="91440" bIns="45720" anchor="t" anchorCtr="0"/>
          <a:p>
            <a:pPr eaLnBrk="1" hangingPunct="1">
              <a:lnSpc>
                <a:spcPct val="115000"/>
              </a:lnSpc>
              <a:spcBef>
                <a:spcPct val="15000"/>
              </a:spcBef>
            </a:pPr>
            <a:r>
              <a:rPr lang="en-US" altLang="zh-CN" dirty="0">
                <a:solidFill>
                  <a:schemeClr val="tx1"/>
                </a:solidFill>
              </a:rPr>
              <a:t>Microsoft® SQL Server™ 2000</a:t>
            </a:r>
            <a:r>
              <a:rPr lang="zh-CN" altLang="en-US" dirty="0">
                <a:solidFill>
                  <a:schemeClr val="tx1"/>
                </a:solidFill>
              </a:rPr>
              <a:t>提供了</a:t>
            </a:r>
            <a:r>
              <a:rPr lang="zh-CN" altLang="en-US" dirty="0">
                <a:solidFill>
                  <a:srgbClr val="FF0000"/>
                </a:solidFill>
              </a:rPr>
              <a:t>乐观并发控制</a:t>
            </a:r>
            <a:r>
              <a:rPr lang="zh-CN" altLang="en-US" dirty="0">
                <a:solidFill>
                  <a:schemeClr val="tx1"/>
                </a:solidFill>
              </a:rPr>
              <a:t>和</a:t>
            </a:r>
            <a:r>
              <a:rPr lang="zh-CN" altLang="en-US" dirty="0">
                <a:solidFill>
                  <a:srgbClr val="FF0000"/>
                </a:solidFill>
              </a:rPr>
              <a:t>悲观并发控制</a:t>
            </a:r>
            <a:r>
              <a:rPr lang="zh-CN" altLang="en-US" dirty="0">
                <a:solidFill>
                  <a:schemeClr val="tx1"/>
                </a:solidFill>
              </a:rPr>
              <a:t>。默认使用悲观并发控制。</a:t>
            </a:r>
            <a:endParaRPr lang="zh-CN" altLang="en-US" dirty="0">
              <a:solidFill>
                <a:schemeClr val="tx1"/>
              </a:solidFill>
            </a:endParaRPr>
          </a:p>
          <a:p>
            <a:pPr eaLnBrk="1" hangingPunct="1">
              <a:lnSpc>
                <a:spcPct val="115000"/>
              </a:lnSpc>
              <a:spcBef>
                <a:spcPct val="15000"/>
              </a:spcBef>
            </a:pPr>
            <a:r>
              <a:rPr lang="en-US" altLang="zh-CN" dirty="0">
                <a:solidFill>
                  <a:schemeClr val="tx1"/>
                </a:solidFill>
              </a:rPr>
              <a:t>SQL Server</a:t>
            </a:r>
            <a:r>
              <a:rPr lang="zh-CN" altLang="en-US" dirty="0">
                <a:solidFill>
                  <a:schemeClr val="tx1"/>
                </a:solidFill>
              </a:rPr>
              <a:t>的隔离级别 </a:t>
            </a:r>
            <a:endParaRPr lang="zh-CN" altLang="en-US" dirty="0">
              <a:solidFill>
                <a:schemeClr val="tx1"/>
              </a:solidFill>
            </a:endParaRPr>
          </a:p>
          <a:p>
            <a:pPr lvl="1" eaLnBrk="1" hangingPunct="1">
              <a:lnSpc>
                <a:spcPct val="115000"/>
              </a:lnSpc>
              <a:spcBef>
                <a:spcPct val="15000"/>
              </a:spcBef>
            </a:pPr>
            <a:r>
              <a:rPr lang="zh-CN" altLang="en-US" dirty="0"/>
              <a:t>可读未提交</a:t>
            </a:r>
            <a:r>
              <a:rPr lang="en-US" altLang="zh-CN" dirty="0"/>
              <a:t>(Read Uncommitted)</a:t>
            </a:r>
            <a:endParaRPr lang="en-US" altLang="zh-CN" dirty="0"/>
          </a:p>
          <a:p>
            <a:pPr lvl="1" eaLnBrk="1" hangingPunct="1">
              <a:lnSpc>
                <a:spcPct val="115000"/>
              </a:lnSpc>
              <a:spcBef>
                <a:spcPct val="15000"/>
              </a:spcBef>
            </a:pPr>
            <a:r>
              <a:rPr lang="zh-CN" altLang="en-US" dirty="0"/>
              <a:t>可读提交</a:t>
            </a:r>
            <a:r>
              <a:rPr lang="en-US" altLang="zh-CN" dirty="0"/>
              <a:t>(Read Committed)</a:t>
            </a:r>
            <a:endParaRPr lang="en-US" altLang="zh-CN" dirty="0"/>
          </a:p>
          <a:p>
            <a:pPr lvl="1" eaLnBrk="1" hangingPunct="1">
              <a:lnSpc>
                <a:spcPct val="115000"/>
              </a:lnSpc>
              <a:spcBef>
                <a:spcPct val="15000"/>
              </a:spcBef>
            </a:pPr>
            <a:r>
              <a:rPr lang="zh-CN" altLang="en-US" dirty="0"/>
              <a:t>可重复读</a:t>
            </a:r>
            <a:r>
              <a:rPr lang="en-US" altLang="zh-CN" dirty="0"/>
              <a:t>(Repeatable Read)</a:t>
            </a:r>
            <a:endParaRPr lang="en-US" altLang="zh-CN" dirty="0"/>
          </a:p>
          <a:p>
            <a:pPr lvl="1" eaLnBrk="1" hangingPunct="1">
              <a:lnSpc>
                <a:spcPct val="115000"/>
              </a:lnSpc>
              <a:spcBef>
                <a:spcPct val="15000"/>
              </a:spcBef>
            </a:pPr>
            <a:r>
              <a:rPr lang="zh-CN" altLang="en-US" dirty="0"/>
              <a:t>可串行化</a:t>
            </a:r>
            <a:r>
              <a:rPr lang="en-US" altLang="zh-CN" dirty="0"/>
              <a:t>(Serializable)</a:t>
            </a:r>
            <a:endParaRPr lang="en-US" altLang="zh-CN" dirty="0"/>
          </a:p>
          <a:p>
            <a:pPr lvl="1" eaLnBrk="1" hangingPunct="1">
              <a:lnSpc>
                <a:spcPct val="115000"/>
              </a:lnSpc>
              <a:spcBef>
                <a:spcPct val="15000"/>
              </a:spcBef>
            </a:pPr>
            <a:endParaRPr lang="en-US" altLang="zh-CN"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91139" name="Rectangle 2"/>
          <p:cNvSpPr/>
          <p:nvPr/>
        </p:nvSpPr>
        <p:spPr>
          <a:xfrm>
            <a:off x="558800" y="5803900"/>
            <a:ext cx="7912100" cy="609600"/>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algn="ctr" eaLnBrk="1" hangingPunct="1">
              <a:spcBef>
                <a:spcPct val="0"/>
              </a:spcBef>
              <a:buClrTx/>
              <a:buFontTx/>
              <a:buNone/>
            </a:pPr>
            <a:endParaRPr lang="en-US" altLang="zh-CN" sz="1400" dirty="0">
              <a:solidFill>
                <a:schemeClr val="tx1"/>
              </a:solidFill>
            </a:endParaRPr>
          </a:p>
        </p:txBody>
      </p:sp>
      <p:sp>
        <p:nvSpPr>
          <p:cNvPr id="91140" name="Rectangle 3"/>
          <p:cNvSpPr>
            <a:spLocks noGrp="1"/>
          </p:cNvSpPr>
          <p:nvPr>
            <p:ph idx="1"/>
          </p:nvPr>
        </p:nvSpPr>
        <p:spPr>
          <a:xfrm>
            <a:off x="762000" y="1143000"/>
            <a:ext cx="7696200" cy="5257800"/>
          </a:xfrm>
          <a:ln/>
        </p:spPr>
        <p:txBody>
          <a:bodyPr vert="horz" wrap="square" lIns="91440" tIns="45720" rIns="91440" bIns="45720" anchor="t" anchorCtr="0"/>
          <a:p>
            <a:pPr algn="just" eaLnBrk="1" hangingPunct="1">
              <a:buNone/>
            </a:pPr>
            <a:r>
              <a:rPr lang="en-US" altLang="zh-CN" dirty="0">
                <a:solidFill>
                  <a:schemeClr val="tx1"/>
                </a:solidFill>
              </a:rPr>
              <a:t>11.1  </a:t>
            </a:r>
            <a:r>
              <a:rPr lang="zh-CN" altLang="en-US" dirty="0">
                <a:solidFill>
                  <a:schemeClr val="tx1"/>
                </a:solidFill>
              </a:rPr>
              <a:t>并发控制概述</a:t>
            </a:r>
            <a:endParaRPr lang="zh-CN" altLang="en-US" dirty="0">
              <a:solidFill>
                <a:schemeClr val="tx1"/>
              </a:solidFill>
            </a:endParaRPr>
          </a:p>
          <a:p>
            <a:pPr algn="just" eaLnBrk="1" hangingPunct="1">
              <a:buNone/>
            </a:pPr>
            <a:r>
              <a:rPr lang="en-US" altLang="zh-CN" dirty="0">
                <a:solidFill>
                  <a:schemeClr val="tx1"/>
                </a:solidFill>
              </a:rPr>
              <a:t>11.2  </a:t>
            </a:r>
            <a:r>
              <a:rPr lang="zh-CN" altLang="en-US" dirty="0">
                <a:solidFill>
                  <a:schemeClr val="tx1"/>
                </a:solidFill>
              </a:rPr>
              <a:t>封锁</a:t>
            </a:r>
            <a:endParaRPr lang="zh-CN" altLang="en-US" dirty="0">
              <a:solidFill>
                <a:schemeClr val="tx1"/>
              </a:solidFill>
            </a:endParaRPr>
          </a:p>
          <a:p>
            <a:pPr algn="just" eaLnBrk="1" hangingPunct="1">
              <a:buNone/>
            </a:pPr>
            <a:r>
              <a:rPr lang="en-US" altLang="zh-CN" dirty="0">
                <a:solidFill>
                  <a:schemeClr val="tx1"/>
                </a:solidFill>
              </a:rPr>
              <a:t>11.3  </a:t>
            </a:r>
            <a:r>
              <a:rPr lang="zh-CN" altLang="en-US" dirty="0">
                <a:solidFill>
                  <a:schemeClr val="tx1"/>
                </a:solidFill>
              </a:rPr>
              <a:t>封锁协议</a:t>
            </a:r>
            <a:endParaRPr lang="zh-CN" altLang="en-US" dirty="0">
              <a:solidFill>
                <a:schemeClr val="tx1"/>
              </a:solidFill>
            </a:endParaRPr>
          </a:p>
          <a:p>
            <a:pPr algn="just" eaLnBrk="1" hangingPunct="1">
              <a:buNone/>
            </a:pPr>
            <a:r>
              <a:rPr lang="en-US" altLang="zh-CN" dirty="0">
                <a:solidFill>
                  <a:schemeClr val="tx1"/>
                </a:solidFill>
              </a:rPr>
              <a:t>11.4  </a:t>
            </a:r>
            <a:r>
              <a:rPr lang="zh-CN" altLang="en-US" dirty="0">
                <a:solidFill>
                  <a:schemeClr val="tx1"/>
                </a:solidFill>
              </a:rPr>
              <a:t>活锁和死锁</a:t>
            </a:r>
            <a:endParaRPr lang="zh-CN" altLang="en-US" dirty="0">
              <a:solidFill>
                <a:schemeClr val="tx1"/>
              </a:solidFill>
            </a:endParaRPr>
          </a:p>
          <a:p>
            <a:pPr algn="just" eaLnBrk="1" hangingPunct="1">
              <a:buNone/>
            </a:pPr>
            <a:r>
              <a:rPr lang="en-US" altLang="zh-CN" dirty="0">
                <a:solidFill>
                  <a:schemeClr val="tx1"/>
                </a:solidFill>
              </a:rPr>
              <a:t>11.5  </a:t>
            </a:r>
            <a:r>
              <a:rPr lang="zh-CN" altLang="en-US" dirty="0">
                <a:solidFill>
                  <a:schemeClr val="tx1"/>
                </a:solidFill>
              </a:rPr>
              <a:t>并发调度的可串行性</a:t>
            </a:r>
            <a:endParaRPr lang="zh-CN" altLang="en-US" dirty="0">
              <a:solidFill>
                <a:schemeClr val="tx1"/>
              </a:solidFill>
            </a:endParaRPr>
          </a:p>
          <a:p>
            <a:pPr algn="just" eaLnBrk="1" hangingPunct="1">
              <a:buNone/>
            </a:pPr>
            <a:r>
              <a:rPr lang="en-US" altLang="zh-CN" dirty="0">
                <a:solidFill>
                  <a:schemeClr val="tx1"/>
                </a:solidFill>
              </a:rPr>
              <a:t>11.6  </a:t>
            </a:r>
            <a:r>
              <a:rPr lang="zh-CN" altLang="en-US" dirty="0">
                <a:solidFill>
                  <a:schemeClr val="tx1"/>
                </a:solidFill>
              </a:rPr>
              <a:t>两段锁协议</a:t>
            </a:r>
            <a:endParaRPr lang="zh-CN" altLang="en-US" dirty="0">
              <a:solidFill>
                <a:schemeClr val="tx1"/>
              </a:solidFill>
            </a:endParaRPr>
          </a:p>
          <a:p>
            <a:pPr algn="just" eaLnBrk="1" hangingPunct="1">
              <a:buNone/>
            </a:pPr>
            <a:r>
              <a:rPr lang="en-US" altLang="zh-CN" dirty="0">
                <a:solidFill>
                  <a:schemeClr val="tx1"/>
                </a:solidFill>
              </a:rPr>
              <a:t>11.7  </a:t>
            </a:r>
            <a:r>
              <a:rPr lang="zh-CN" altLang="en-US" dirty="0">
                <a:solidFill>
                  <a:schemeClr val="tx1"/>
                </a:solidFill>
              </a:rPr>
              <a:t>封锁的粒度</a:t>
            </a:r>
            <a:endParaRPr lang="zh-CN" altLang="en-US" dirty="0">
              <a:solidFill>
                <a:schemeClr val="tx1"/>
              </a:solidFill>
            </a:endParaRPr>
          </a:p>
          <a:p>
            <a:pPr algn="just" eaLnBrk="1" hangingPunct="1">
              <a:buNone/>
            </a:pPr>
            <a:r>
              <a:rPr lang="en-US" altLang="zh-CN" dirty="0">
                <a:solidFill>
                  <a:schemeClr val="tx1"/>
                </a:solidFill>
              </a:rPr>
              <a:t>11.8  SQL Server</a:t>
            </a:r>
            <a:r>
              <a:rPr lang="zh-CN" altLang="en-US" dirty="0">
                <a:solidFill>
                  <a:schemeClr val="tx1"/>
                </a:solidFill>
              </a:rPr>
              <a:t>的并发控制</a:t>
            </a:r>
            <a:endParaRPr lang="zh-CN" altLang="en-US" dirty="0">
              <a:solidFill>
                <a:schemeClr val="tx1"/>
              </a:solidFill>
            </a:endParaRPr>
          </a:p>
          <a:p>
            <a:pPr algn="just" eaLnBrk="1" hangingPunct="1">
              <a:buNone/>
            </a:pPr>
            <a:r>
              <a:rPr lang="en-US" altLang="zh-CN" dirty="0">
                <a:solidFill>
                  <a:schemeClr val="bg1"/>
                </a:solidFill>
              </a:rPr>
              <a:t>8.9  </a:t>
            </a:r>
            <a:r>
              <a:rPr lang="zh-CN" altLang="en-US" dirty="0">
                <a:solidFill>
                  <a:schemeClr val="bg1"/>
                </a:solidFill>
              </a:rPr>
              <a:t>小结</a:t>
            </a:r>
            <a:endParaRPr lang="zh-CN" altLang="en-US" dirty="0">
              <a:solidFill>
                <a:schemeClr val="bg1"/>
              </a:solidFill>
            </a:endParaRPr>
          </a:p>
        </p:txBody>
      </p:sp>
      <p:sp>
        <p:nvSpPr>
          <p:cNvPr id="91141" name="Rectangle 4"/>
          <p:cNvSpPr>
            <a:spLocks noGrp="1"/>
          </p:cNvSpPr>
          <p:nvPr>
            <p:ph type="title"/>
          </p:nvPr>
        </p:nvSpPr>
        <p:spPr>
          <a:xfrm>
            <a:off x="685800" y="152400"/>
            <a:ext cx="7772400" cy="828675"/>
          </a:xfrm>
          <a:ln/>
        </p:spPr>
        <p:txBody>
          <a:bodyPr vert="horz" wrap="square" lIns="91440" tIns="45720" rIns="91440" bIns="45720" anchor="ctr" anchorCtr="0"/>
          <a:p>
            <a:pPr eaLnBrk="1" hangingPunct="1"/>
            <a:r>
              <a:rPr lang="zh-CN" altLang="en-US" dirty="0"/>
              <a:t>第</a:t>
            </a:r>
            <a:r>
              <a:rPr lang="en-US" altLang="zh-CN" dirty="0"/>
              <a:t>11</a:t>
            </a:r>
            <a:r>
              <a:rPr lang="zh-CN" altLang="en-US" dirty="0"/>
              <a:t>章 并发控制</a:t>
            </a:r>
            <a:endParaRPr lang="zh-CN" altLang="en-US"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92163"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11.9 </a:t>
            </a:r>
            <a:r>
              <a:rPr lang="zh-CN" altLang="en-US" dirty="0"/>
              <a:t>小结</a:t>
            </a:r>
            <a:endParaRPr lang="zh-CN" altLang="en-US" dirty="0"/>
          </a:p>
        </p:txBody>
      </p:sp>
      <p:sp>
        <p:nvSpPr>
          <p:cNvPr id="92164" name="Rectangle 3"/>
          <p:cNvSpPr>
            <a:spLocks noGrp="1"/>
          </p:cNvSpPr>
          <p:nvPr>
            <p:ph idx="1"/>
          </p:nvPr>
        </p:nvSpPr>
        <p:spPr>
          <a:xfrm>
            <a:off x="304800" y="838200"/>
            <a:ext cx="8610600" cy="5562600"/>
          </a:xfrm>
          <a:ln/>
        </p:spPr>
        <p:txBody>
          <a:bodyPr vert="horz" wrap="square" lIns="91440" tIns="45720" rIns="91440" bIns="45720" anchor="t" anchorCtr="0"/>
          <a:p>
            <a:pPr eaLnBrk="1" hangingPunct="1">
              <a:spcBef>
                <a:spcPct val="15000"/>
              </a:spcBef>
            </a:pPr>
            <a:r>
              <a:rPr lang="zh-CN" altLang="en-US" dirty="0">
                <a:solidFill>
                  <a:schemeClr val="tx1"/>
                </a:solidFill>
              </a:rPr>
              <a:t>数据</a:t>
            </a:r>
            <a:r>
              <a:rPr lang="zh-CN" altLang="en-US" dirty="0">
                <a:solidFill>
                  <a:srgbClr val="FF0000"/>
                </a:solidFill>
              </a:rPr>
              <a:t>共享</a:t>
            </a:r>
            <a:r>
              <a:rPr lang="zh-CN" altLang="en-US" dirty="0">
                <a:solidFill>
                  <a:schemeClr val="tx1"/>
                </a:solidFill>
              </a:rPr>
              <a:t>与数据</a:t>
            </a:r>
            <a:r>
              <a:rPr lang="zh-CN" altLang="en-US" dirty="0">
                <a:solidFill>
                  <a:srgbClr val="FF0000"/>
                </a:solidFill>
              </a:rPr>
              <a:t>一致性</a:t>
            </a:r>
            <a:r>
              <a:rPr lang="zh-CN" altLang="en-US" dirty="0">
                <a:solidFill>
                  <a:schemeClr val="tx1"/>
                </a:solidFill>
              </a:rPr>
              <a:t>是一对矛盾</a:t>
            </a:r>
            <a:endParaRPr lang="zh-CN" altLang="en-US" dirty="0">
              <a:solidFill>
                <a:schemeClr val="tx1"/>
              </a:solidFill>
            </a:endParaRPr>
          </a:p>
          <a:p>
            <a:pPr eaLnBrk="1" hangingPunct="1">
              <a:spcBef>
                <a:spcPct val="15000"/>
              </a:spcBef>
            </a:pPr>
            <a:r>
              <a:rPr lang="zh-CN" altLang="en-US" dirty="0">
                <a:solidFill>
                  <a:schemeClr val="tx1"/>
                </a:solidFill>
              </a:rPr>
              <a:t>数据库的价值在很大程度上取决于它所能提供的数据共享度。</a:t>
            </a:r>
            <a:endParaRPr lang="zh-CN" altLang="en-US" dirty="0">
              <a:solidFill>
                <a:schemeClr val="tx1"/>
              </a:solidFill>
            </a:endParaRPr>
          </a:p>
          <a:p>
            <a:pPr eaLnBrk="1" hangingPunct="1">
              <a:spcBef>
                <a:spcPct val="15000"/>
              </a:spcBef>
            </a:pPr>
            <a:r>
              <a:rPr lang="zh-CN" altLang="en-US" dirty="0">
                <a:solidFill>
                  <a:schemeClr val="tx1"/>
                </a:solidFill>
              </a:rPr>
              <a:t>数据</a:t>
            </a:r>
            <a:r>
              <a:rPr lang="zh-CN" altLang="en-US" dirty="0">
                <a:solidFill>
                  <a:srgbClr val="FF0000"/>
                </a:solidFill>
              </a:rPr>
              <a:t>共享</a:t>
            </a:r>
            <a:r>
              <a:rPr lang="zh-CN" altLang="en-US" dirty="0">
                <a:solidFill>
                  <a:schemeClr val="tx1"/>
                </a:solidFill>
              </a:rPr>
              <a:t>在很大程度上取决于系统允许对数据</a:t>
            </a:r>
            <a:r>
              <a:rPr lang="zh-CN" altLang="en-US" dirty="0">
                <a:solidFill>
                  <a:srgbClr val="FF0000"/>
                </a:solidFill>
              </a:rPr>
              <a:t>并发</a:t>
            </a:r>
            <a:r>
              <a:rPr lang="zh-CN" altLang="en-US" dirty="0">
                <a:solidFill>
                  <a:schemeClr val="tx1"/>
                </a:solidFill>
              </a:rPr>
              <a:t>操作的程度。</a:t>
            </a:r>
            <a:endParaRPr lang="zh-CN" altLang="en-US" dirty="0">
              <a:solidFill>
                <a:schemeClr val="tx1"/>
              </a:solidFill>
            </a:endParaRPr>
          </a:p>
          <a:p>
            <a:pPr eaLnBrk="1" hangingPunct="1">
              <a:spcBef>
                <a:spcPct val="15000"/>
              </a:spcBef>
            </a:pPr>
            <a:r>
              <a:rPr lang="zh-CN" altLang="en-US" dirty="0">
                <a:solidFill>
                  <a:schemeClr val="tx1"/>
                </a:solidFill>
              </a:rPr>
              <a:t>数据并发程度又取决于数据库中的</a:t>
            </a:r>
            <a:r>
              <a:rPr lang="zh-CN" altLang="en-US" dirty="0">
                <a:solidFill>
                  <a:srgbClr val="FF0000"/>
                </a:solidFill>
              </a:rPr>
              <a:t>并发控制机制</a:t>
            </a:r>
            <a:endParaRPr lang="zh-CN" altLang="en-US" dirty="0">
              <a:solidFill>
                <a:srgbClr val="FF0000"/>
              </a:solidFill>
            </a:endParaRPr>
          </a:p>
          <a:p>
            <a:pPr eaLnBrk="1" hangingPunct="1">
              <a:spcBef>
                <a:spcPct val="15000"/>
              </a:spcBef>
            </a:pPr>
            <a:r>
              <a:rPr lang="zh-CN" altLang="en-US" dirty="0">
                <a:solidFill>
                  <a:schemeClr val="tx1"/>
                </a:solidFill>
              </a:rPr>
              <a:t>另一方面，数据的一致性也取决于并发控制的程度。施加的并发控制愈多，数据的一致性往往愈好。</a:t>
            </a:r>
            <a:endParaRPr lang="zh-CN" altLang="en-US" dirty="0">
              <a:solidFill>
                <a:schemeClr val="tx1"/>
              </a:solidFill>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93187"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11.9 </a:t>
            </a:r>
            <a:r>
              <a:rPr lang="zh-CN" altLang="en-US" dirty="0"/>
              <a:t>小结</a:t>
            </a:r>
            <a:endParaRPr lang="zh-CN" altLang="en-US" dirty="0"/>
          </a:p>
        </p:txBody>
      </p:sp>
      <p:sp>
        <p:nvSpPr>
          <p:cNvPr id="93188" name="Rectangle 3"/>
          <p:cNvSpPr>
            <a:spLocks noGrp="1"/>
          </p:cNvSpPr>
          <p:nvPr>
            <p:ph idx="1"/>
          </p:nvPr>
        </p:nvSpPr>
        <p:spPr>
          <a:xfrm>
            <a:off x="304800" y="838200"/>
            <a:ext cx="8610600" cy="5562600"/>
          </a:xfrm>
          <a:ln/>
        </p:spPr>
        <p:txBody>
          <a:bodyPr vert="horz" wrap="square" lIns="91440" tIns="45720" rIns="91440" bIns="45720" anchor="t" anchorCtr="0"/>
          <a:p>
            <a:pPr eaLnBrk="1" hangingPunct="1">
              <a:lnSpc>
                <a:spcPct val="105000"/>
              </a:lnSpc>
            </a:pPr>
            <a:r>
              <a:rPr lang="zh-CN" altLang="en-US" dirty="0">
                <a:solidFill>
                  <a:schemeClr val="tx1"/>
                </a:solidFill>
              </a:rPr>
              <a:t>数据库的并发控制以</a:t>
            </a:r>
            <a:r>
              <a:rPr lang="zh-CN" altLang="en-US" dirty="0">
                <a:solidFill>
                  <a:srgbClr val="FF0000"/>
                </a:solidFill>
              </a:rPr>
              <a:t>事务</a:t>
            </a:r>
            <a:r>
              <a:rPr lang="zh-CN" altLang="en-US" dirty="0">
                <a:solidFill>
                  <a:schemeClr val="tx1"/>
                </a:solidFill>
              </a:rPr>
              <a:t>为单位</a:t>
            </a:r>
            <a:endParaRPr lang="zh-CN" altLang="en-US" dirty="0">
              <a:solidFill>
                <a:schemeClr val="tx1"/>
              </a:solidFill>
            </a:endParaRPr>
          </a:p>
          <a:p>
            <a:pPr eaLnBrk="1" hangingPunct="1">
              <a:lnSpc>
                <a:spcPct val="105000"/>
              </a:lnSpc>
            </a:pPr>
            <a:r>
              <a:rPr lang="zh-CN" altLang="en-US" dirty="0">
                <a:solidFill>
                  <a:schemeClr val="tx1"/>
                </a:solidFill>
              </a:rPr>
              <a:t>数据库的</a:t>
            </a:r>
            <a:r>
              <a:rPr lang="zh-CN" altLang="en-US" dirty="0">
                <a:solidFill>
                  <a:srgbClr val="FF0000"/>
                </a:solidFill>
              </a:rPr>
              <a:t>并发控制</a:t>
            </a:r>
            <a:r>
              <a:rPr lang="zh-CN" altLang="en-US" dirty="0">
                <a:solidFill>
                  <a:schemeClr val="tx1"/>
                </a:solidFill>
              </a:rPr>
              <a:t>通常使用</a:t>
            </a:r>
            <a:r>
              <a:rPr lang="zh-CN" altLang="en-US" dirty="0">
                <a:solidFill>
                  <a:srgbClr val="FF0000"/>
                </a:solidFill>
              </a:rPr>
              <a:t>封锁机制</a:t>
            </a:r>
            <a:endParaRPr lang="zh-CN" altLang="en-US" dirty="0">
              <a:solidFill>
                <a:srgbClr val="FF0000"/>
              </a:solidFill>
            </a:endParaRPr>
          </a:p>
          <a:p>
            <a:pPr lvl="1" eaLnBrk="1" hangingPunct="1">
              <a:lnSpc>
                <a:spcPct val="105000"/>
              </a:lnSpc>
            </a:pPr>
            <a:r>
              <a:rPr lang="zh-CN" altLang="en-US" sz="3200" dirty="0"/>
              <a:t>两类最常用的封锁</a:t>
            </a:r>
            <a:r>
              <a:rPr lang="en-US" altLang="zh-CN" sz="3200" dirty="0"/>
              <a:t>: X/S</a:t>
            </a:r>
            <a:endParaRPr lang="en-US" altLang="zh-CN" sz="3200" dirty="0"/>
          </a:p>
          <a:p>
            <a:pPr eaLnBrk="1" hangingPunct="1">
              <a:lnSpc>
                <a:spcPct val="105000"/>
              </a:lnSpc>
            </a:pPr>
            <a:r>
              <a:rPr lang="zh-CN" altLang="en-US" dirty="0">
                <a:solidFill>
                  <a:schemeClr val="tx1"/>
                </a:solidFill>
              </a:rPr>
              <a:t>不同级别的封锁协议提供不同的数据一致性保证，提供不同的数据共享度。</a:t>
            </a:r>
            <a:endParaRPr lang="zh-CN" altLang="en-US" dirty="0">
              <a:solidFill>
                <a:schemeClr val="tx1"/>
              </a:solidFill>
            </a:endParaRPr>
          </a:p>
          <a:p>
            <a:pPr lvl="1" eaLnBrk="1" hangingPunct="1">
              <a:lnSpc>
                <a:spcPct val="105000"/>
              </a:lnSpc>
            </a:pPr>
            <a:r>
              <a:rPr lang="zh-CN" altLang="en-US" sz="3200" dirty="0">
                <a:solidFill>
                  <a:srgbClr val="FF0000"/>
                </a:solidFill>
              </a:rPr>
              <a:t>三级封锁协议</a:t>
            </a:r>
            <a:endParaRPr lang="zh-CN" altLang="en-US" sz="3200" dirty="0">
              <a:solidFill>
                <a:srgbClr val="FF0000"/>
              </a:solidFill>
            </a:endParaRPr>
          </a:p>
          <a:p>
            <a:pPr lvl="1" eaLnBrk="1" hangingPunct="1">
              <a:lnSpc>
                <a:spcPct val="105000"/>
              </a:lnSpc>
            </a:pPr>
            <a:endParaRPr lang="zh-CN" altLang="en-US" sz="32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94211"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11.9 </a:t>
            </a:r>
            <a:r>
              <a:rPr lang="zh-CN" altLang="en-US" dirty="0"/>
              <a:t>小结</a:t>
            </a:r>
            <a:endParaRPr lang="zh-CN" altLang="en-US" dirty="0"/>
          </a:p>
        </p:txBody>
      </p:sp>
      <p:sp>
        <p:nvSpPr>
          <p:cNvPr id="94212" name="Rectangle 3"/>
          <p:cNvSpPr>
            <a:spLocks noGrp="1"/>
          </p:cNvSpPr>
          <p:nvPr>
            <p:ph idx="1"/>
          </p:nvPr>
        </p:nvSpPr>
        <p:spPr>
          <a:xfrm>
            <a:off x="304800" y="838200"/>
            <a:ext cx="8610600" cy="5562600"/>
          </a:xfrm>
          <a:ln/>
        </p:spPr>
        <p:txBody>
          <a:bodyPr vert="horz" wrap="square" lIns="91440" tIns="45720" rIns="91440" bIns="45720" anchor="t" anchorCtr="0"/>
          <a:p>
            <a:pPr eaLnBrk="1" hangingPunct="1">
              <a:lnSpc>
                <a:spcPct val="115000"/>
              </a:lnSpc>
              <a:spcBef>
                <a:spcPct val="15000"/>
              </a:spcBef>
            </a:pPr>
            <a:r>
              <a:rPr lang="zh-CN" altLang="en-US" dirty="0">
                <a:solidFill>
                  <a:schemeClr val="tx1"/>
                </a:solidFill>
              </a:rPr>
              <a:t>并发控制机制调度并发事务操作是否正确的判别准则是</a:t>
            </a:r>
            <a:r>
              <a:rPr lang="zh-CN" altLang="en-US" dirty="0">
                <a:solidFill>
                  <a:srgbClr val="FF0000"/>
                </a:solidFill>
              </a:rPr>
              <a:t>可串行性</a:t>
            </a:r>
            <a:endParaRPr lang="zh-CN" altLang="en-US" dirty="0">
              <a:solidFill>
                <a:srgbClr val="FF0000"/>
              </a:solidFill>
            </a:endParaRPr>
          </a:p>
          <a:p>
            <a:pPr lvl="1" eaLnBrk="1" hangingPunct="1">
              <a:lnSpc>
                <a:spcPct val="115000"/>
              </a:lnSpc>
              <a:spcBef>
                <a:spcPct val="15000"/>
              </a:spcBef>
            </a:pPr>
            <a:r>
              <a:rPr lang="zh-CN" altLang="en-US" dirty="0"/>
              <a:t>并发操作的正确性则通常由</a:t>
            </a:r>
            <a:r>
              <a:rPr lang="zh-CN" altLang="en-US" dirty="0">
                <a:solidFill>
                  <a:srgbClr val="FF0000"/>
                </a:solidFill>
              </a:rPr>
              <a:t>两段锁</a:t>
            </a:r>
            <a:r>
              <a:rPr lang="zh-CN" altLang="en-US" dirty="0"/>
              <a:t>协议来保证。</a:t>
            </a:r>
            <a:endParaRPr lang="zh-CN" altLang="en-US" dirty="0"/>
          </a:p>
          <a:p>
            <a:pPr lvl="1" eaLnBrk="1" hangingPunct="1">
              <a:lnSpc>
                <a:spcPct val="115000"/>
              </a:lnSpc>
              <a:spcBef>
                <a:spcPct val="15000"/>
              </a:spcBef>
            </a:pPr>
            <a:r>
              <a:rPr lang="zh-CN" altLang="en-US" dirty="0"/>
              <a:t>两段锁协议是可串行化调度的</a:t>
            </a:r>
            <a:r>
              <a:rPr lang="zh-CN" altLang="en-US" dirty="0">
                <a:solidFill>
                  <a:srgbClr val="FF0000"/>
                </a:solidFill>
              </a:rPr>
              <a:t>充分条件</a:t>
            </a:r>
            <a:r>
              <a:rPr lang="zh-CN" altLang="en-US" dirty="0"/>
              <a:t>，但不是必要条件</a:t>
            </a:r>
            <a:endParaRPr lang="zh-CN" altLang="en-US" dirty="0"/>
          </a:p>
          <a:p>
            <a:pPr lvl="1" eaLnBrk="1" hangingPunct="1">
              <a:lnSpc>
                <a:spcPct val="115000"/>
              </a:lnSpc>
              <a:spcBef>
                <a:spcPct val="15000"/>
              </a:spcBef>
            </a:pPr>
            <a:endParaRPr lang="zh-CN" altLang="en-US" sz="32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95235"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11.9 </a:t>
            </a:r>
            <a:r>
              <a:rPr lang="zh-CN" altLang="en-US" dirty="0"/>
              <a:t>小结</a:t>
            </a:r>
            <a:endParaRPr lang="zh-CN" altLang="en-US" dirty="0"/>
          </a:p>
        </p:txBody>
      </p:sp>
      <p:sp>
        <p:nvSpPr>
          <p:cNvPr id="95236" name="Rectangle 3"/>
          <p:cNvSpPr>
            <a:spLocks noGrp="1"/>
          </p:cNvSpPr>
          <p:nvPr>
            <p:ph idx="1"/>
          </p:nvPr>
        </p:nvSpPr>
        <p:spPr>
          <a:xfrm>
            <a:off x="304800" y="838200"/>
            <a:ext cx="8610600" cy="5562600"/>
          </a:xfrm>
          <a:ln/>
        </p:spPr>
        <p:txBody>
          <a:bodyPr vert="horz" wrap="square" lIns="91440" tIns="45720" rIns="91440" bIns="45720" anchor="t" anchorCtr="0"/>
          <a:p>
            <a:pPr eaLnBrk="1" hangingPunct="1"/>
            <a:r>
              <a:rPr lang="zh-CN" altLang="en-US" dirty="0">
                <a:solidFill>
                  <a:schemeClr val="tx1"/>
                </a:solidFill>
              </a:rPr>
              <a:t>对数据对象施加封锁，带来问题</a:t>
            </a:r>
            <a:r>
              <a:rPr lang="en-US" altLang="zh-CN" dirty="0">
                <a:solidFill>
                  <a:schemeClr val="tx1"/>
                </a:solidFill>
              </a:rPr>
              <a:t>: </a:t>
            </a:r>
            <a:r>
              <a:rPr lang="zh-CN" altLang="en-US" dirty="0">
                <a:solidFill>
                  <a:schemeClr val="tx1"/>
                </a:solidFill>
              </a:rPr>
              <a:t>活锁与死锁</a:t>
            </a:r>
            <a:endParaRPr lang="zh-CN" altLang="en-US" dirty="0">
              <a:solidFill>
                <a:schemeClr val="tx1"/>
              </a:solidFill>
            </a:endParaRPr>
          </a:p>
          <a:p>
            <a:pPr eaLnBrk="1" hangingPunct="1"/>
            <a:r>
              <a:rPr lang="zh-CN" altLang="en-US" dirty="0">
                <a:solidFill>
                  <a:schemeClr val="tx1"/>
                </a:solidFill>
              </a:rPr>
              <a:t>活锁： 先来先服务</a:t>
            </a:r>
            <a:endParaRPr lang="zh-CN" altLang="en-US" dirty="0">
              <a:solidFill>
                <a:schemeClr val="tx1"/>
              </a:solidFill>
            </a:endParaRPr>
          </a:p>
          <a:p>
            <a:pPr eaLnBrk="1" hangingPunct="1"/>
            <a:r>
              <a:rPr lang="zh-CN" altLang="en-US" dirty="0">
                <a:solidFill>
                  <a:schemeClr val="tx1"/>
                </a:solidFill>
              </a:rPr>
              <a:t>死锁：</a:t>
            </a:r>
            <a:endParaRPr lang="zh-CN" altLang="en-US" dirty="0">
              <a:solidFill>
                <a:schemeClr val="tx1"/>
              </a:solidFill>
            </a:endParaRPr>
          </a:p>
          <a:p>
            <a:pPr lvl="1" eaLnBrk="1" hangingPunct="1"/>
            <a:r>
              <a:rPr lang="zh-CN" altLang="en-US" sz="3200" dirty="0"/>
              <a:t>预防方法</a:t>
            </a:r>
            <a:endParaRPr lang="zh-CN" altLang="en-US" sz="3200" dirty="0"/>
          </a:p>
          <a:p>
            <a:pPr lvl="2" eaLnBrk="1" hangingPunct="1"/>
            <a:r>
              <a:rPr lang="zh-CN" altLang="en-US" sz="3200" dirty="0"/>
              <a:t>一次封锁法</a:t>
            </a:r>
            <a:endParaRPr lang="zh-CN" altLang="en-US" sz="3200" dirty="0"/>
          </a:p>
          <a:p>
            <a:pPr lvl="2" eaLnBrk="1" hangingPunct="1"/>
            <a:r>
              <a:rPr lang="zh-CN" altLang="en-US" sz="3200" dirty="0"/>
              <a:t>顺序封锁法</a:t>
            </a:r>
            <a:endParaRPr lang="zh-CN" altLang="en-US" sz="3200" dirty="0"/>
          </a:p>
          <a:p>
            <a:pPr lvl="1" eaLnBrk="1" hangingPunct="1"/>
            <a:r>
              <a:rPr lang="zh-CN" altLang="en-US" sz="3200" dirty="0"/>
              <a:t> 死锁的诊断与解除</a:t>
            </a:r>
            <a:endParaRPr lang="zh-CN" altLang="en-US" sz="3200" dirty="0"/>
          </a:p>
          <a:p>
            <a:pPr lvl="2" eaLnBrk="1" hangingPunct="1"/>
            <a:r>
              <a:rPr lang="zh-CN" altLang="en-US" sz="3200" dirty="0"/>
              <a:t>超时法</a:t>
            </a:r>
            <a:endParaRPr lang="zh-CN" altLang="en-US" sz="3200" dirty="0"/>
          </a:p>
          <a:p>
            <a:pPr lvl="2" eaLnBrk="1" hangingPunct="1"/>
            <a:r>
              <a:rPr lang="zh-CN" altLang="en-US" sz="3200" dirty="0"/>
              <a:t>等待图法</a:t>
            </a:r>
            <a:endParaRPr lang="zh-CN" altLang="en-US" sz="32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96259"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11.9 </a:t>
            </a:r>
            <a:r>
              <a:rPr lang="zh-CN" altLang="en-US" dirty="0"/>
              <a:t>小结</a:t>
            </a:r>
            <a:endParaRPr lang="zh-CN" altLang="en-US" dirty="0"/>
          </a:p>
        </p:txBody>
      </p:sp>
      <p:sp>
        <p:nvSpPr>
          <p:cNvPr id="96260" name="Rectangle 3"/>
          <p:cNvSpPr>
            <a:spLocks noGrp="1"/>
          </p:cNvSpPr>
          <p:nvPr>
            <p:ph idx="1"/>
          </p:nvPr>
        </p:nvSpPr>
        <p:spPr>
          <a:xfrm>
            <a:off x="304800" y="838200"/>
            <a:ext cx="8610600" cy="4191000"/>
          </a:xfrm>
          <a:ln/>
        </p:spPr>
        <p:txBody>
          <a:bodyPr vert="horz" wrap="square" lIns="91440" tIns="45720" rIns="91440" bIns="45720" anchor="t" anchorCtr="0"/>
          <a:p>
            <a:pPr>
              <a:spcBef>
                <a:spcPct val="0"/>
              </a:spcBef>
              <a:buClr>
                <a:srgbClr val="FF0000"/>
              </a:buClr>
            </a:pPr>
            <a:r>
              <a:rPr lang="zh-CN" altLang="en-US" dirty="0">
                <a:solidFill>
                  <a:schemeClr val="tx1"/>
                </a:solidFill>
              </a:rPr>
              <a:t>不同数据库管理系统提供的封锁类型、封锁协议、达到的系统一致性级别不尽相同。但是其依据的基本原理和技术是共同的。</a:t>
            </a:r>
            <a:endParaRPr lang="zh-CN" altLang="en-US" dirty="0">
              <a:solidFill>
                <a:schemeClr val="tx1"/>
              </a:solidFill>
            </a:endParaRPr>
          </a:p>
          <a:p>
            <a:pPr lvl="1" eaLnBrk="1" hangingPunct="1">
              <a:lnSpc>
                <a:spcPct val="115000"/>
              </a:lnSpc>
              <a:spcBef>
                <a:spcPct val="15000"/>
              </a:spcBef>
              <a:buClr>
                <a:srgbClr val="FF0000"/>
              </a:buClr>
            </a:pPr>
            <a:endParaRPr lang="zh-CN" altLang="en-US" sz="32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2"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97283" name="Rectangle 2"/>
          <p:cNvSpPr/>
          <p:nvPr/>
        </p:nvSpPr>
        <p:spPr>
          <a:xfrm>
            <a:off x="1295400" y="76200"/>
            <a:ext cx="6781800" cy="60960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algn="ctr" eaLnBrk="1" hangingPunct="1">
              <a:spcBef>
                <a:spcPct val="0"/>
              </a:spcBef>
              <a:buClrTx/>
              <a:buFontTx/>
              <a:buNone/>
            </a:pPr>
            <a:r>
              <a:rPr lang="zh-CN" altLang="en-US" sz="4400" dirty="0">
                <a:solidFill>
                  <a:schemeClr val="accent2"/>
                </a:solidFill>
                <a:ea typeface="经典细隶书简" pitchFamily="49" charset="-122"/>
              </a:rPr>
              <a:t>第</a:t>
            </a:r>
            <a:r>
              <a:rPr lang="en-US" altLang="zh-CN" sz="4400" dirty="0">
                <a:solidFill>
                  <a:schemeClr val="accent2"/>
                </a:solidFill>
                <a:ea typeface="经典细隶书简" pitchFamily="49" charset="-122"/>
              </a:rPr>
              <a:t>12</a:t>
            </a:r>
            <a:r>
              <a:rPr lang="zh-CN" altLang="en-US" sz="4400" dirty="0">
                <a:solidFill>
                  <a:schemeClr val="accent2"/>
                </a:solidFill>
                <a:ea typeface="经典细隶书简" pitchFamily="49" charset="-122"/>
              </a:rPr>
              <a:t>章书面作业</a:t>
            </a:r>
            <a:endParaRPr lang="zh-CN" altLang="en-US" sz="4400" dirty="0">
              <a:solidFill>
                <a:schemeClr val="accent2"/>
              </a:solidFill>
              <a:ea typeface="经典细隶书简" pitchFamily="49" charset="-122"/>
            </a:endParaRPr>
          </a:p>
        </p:txBody>
      </p:sp>
      <p:sp>
        <p:nvSpPr>
          <p:cNvPr id="97284" name="Rectangle 3"/>
          <p:cNvSpPr/>
          <p:nvPr/>
        </p:nvSpPr>
        <p:spPr>
          <a:xfrm>
            <a:off x="533400" y="1066800"/>
            <a:ext cx="8229600" cy="43434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342900" lvl="0" indent="-342900" eaLnBrk="1" hangingPunct="1">
              <a:buNone/>
            </a:pPr>
            <a:r>
              <a:rPr lang="en-US" altLang="zh-CN" sz="4800" b="0" dirty="0">
                <a:solidFill>
                  <a:schemeClr val="tx1"/>
                </a:solidFill>
                <a:ea typeface="仿宋_GB2312" pitchFamily="49" charset="-122"/>
              </a:rPr>
              <a:t>P351-352</a:t>
            </a:r>
            <a:r>
              <a:rPr lang="zh-CN" altLang="en-US" sz="4800" b="0" dirty="0">
                <a:solidFill>
                  <a:schemeClr val="tx1"/>
                </a:solidFill>
                <a:ea typeface="黑体" panose="02010609060101010101" pitchFamily="49" charset="-122"/>
              </a:rPr>
              <a:t>习题</a:t>
            </a:r>
            <a:endParaRPr lang="zh-CN" altLang="en-US" sz="4800" b="0" dirty="0">
              <a:solidFill>
                <a:schemeClr val="tx1"/>
              </a:solidFill>
              <a:ea typeface="黑体" panose="02010609060101010101" pitchFamily="49" charset="-122"/>
            </a:endParaRPr>
          </a:p>
          <a:p>
            <a:pPr marL="342900" lvl="0" indent="-342900" eaLnBrk="1" hangingPunct="1"/>
            <a:r>
              <a:rPr lang="en-US" altLang="zh-CN" sz="4800" b="0" dirty="0">
                <a:solidFill>
                  <a:schemeClr val="tx1"/>
                </a:solidFill>
                <a:ea typeface="仿宋_GB2312" pitchFamily="49" charset="-122"/>
              </a:rPr>
              <a:t>2,3,4,5,8,9,10,12</a:t>
            </a:r>
            <a:endParaRPr lang="en-US" altLang="zh-CN" sz="40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6"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98307" name="Text Box 2"/>
          <p:cNvSpPr txBox="1"/>
          <p:nvPr/>
        </p:nvSpPr>
        <p:spPr>
          <a:xfrm>
            <a:off x="684213" y="908050"/>
            <a:ext cx="7848600" cy="4483100"/>
          </a:xfrm>
          <a:prstGeom prst="rect">
            <a:avLst/>
          </a:prstGeom>
          <a:noFill/>
          <a:ln w="12700">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algn="ctr" eaLnBrk="1" hangingPunct="1">
              <a:spcBef>
                <a:spcPct val="0"/>
              </a:spcBef>
              <a:buClrTx/>
              <a:buFontTx/>
              <a:buNone/>
            </a:pPr>
            <a:r>
              <a:rPr lang="zh-CN" altLang="en-US" sz="9600" dirty="0">
                <a:solidFill>
                  <a:schemeClr val="accent2"/>
                </a:solidFill>
              </a:rPr>
              <a:t>剧终</a:t>
            </a:r>
            <a:endParaRPr lang="zh-CN" altLang="en-US" sz="9600" dirty="0">
              <a:solidFill>
                <a:schemeClr val="accent2"/>
              </a:solidFill>
            </a:endParaRPr>
          </a:p>
          <a:p>
            <a:pPr marL="0" lvl="0" indent="0" algn="ctr" eaLnBrk="1" hangingPunct="1">
              <a:spcBef>
                <a:spcPct val="0"/>
              </a:spcBef>
              <a:buClrTx/>
              <a:buFontTx/>
              <a:buNone/>
            </a:pPr>
            <a:r>
              <a:rPr lang="en-US" altLang="zh-CN" sz="9600" dirty="0">
                <a:solidFill>
                  <a:schemeClr val="tx1"/>
                </a:solidFill>
              </a:rPr>
              <a:t>The End</a:t>
            </a:r>
            <a:endParaRPr lang="en-US" altLang="zh-CN" sz="9600" dirty="0">
              <a:solidFill>
                <a:schemeClr val="tx1"/>
              </a:solidFill>
            </a:endParaRPr>
          </a:p>
          <a:p>
            <a:pPr marL="0" lvl="0" indent="0" algn="ctr" eaLnBrk="1" hangingPunct="1">
              <a:spcBef>
                <a:spcPct val="0"/>
              </a:spcBef>
              <a:buClrTx/>
              <a:buFontTx/>
              <a:buNone/>
            </a:pPr>
            <a:r>
              <a:rPr lang="zh-CN" altLang="en-US" sz="9600" dirty="0">
                <a:solidFill>
                  <a:srgbClr val="FF0000"/>
                </a:solidFill>
                <a:latin typeface="Arial Black" panose="020B0A04020102020204" pitchFamily="34" charset="0"/>
              </a:rPr>
              <a:t>つつぐ</a:t>
            </a:r>
            <a:endParaRPr lang="zh-CN" altLang="en-US" sz="9600" dirty="0">
              <a:solidFill>
                <a:srgbClr val="FF0000"/>
              </a:solidFill>
              <a:latin typeface="Arial Black" panose="020B0A04020102020204" pitchFamily="34" charset="0"/>
            </a:endParaRPr>
          </a:p>
        </p:txBody>
      </p:sp>
    </p:spTree>
  </p:cSld>
  <p:clrMapOvr>
    <a:masterClrMapping/>
  </p:clrMapOvr>
</p:sld>
</file>

<file path=ppt/theme/theme1.xml><?xml version="1.0" encoding="utf-8"?>
<a:theme xmlns:a="http://schemas.openxmlformats.org/drawingml/2006/main" name="麒麟">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33CC"/>
      </a:hlink>
      <a:folHlink>
        <a:srgbClr val="B2B2B2"/>
      </a:folHlink>
    </a:clrScheme>
    <a:fontScheme name="麒麟">
      <a:majorFont>
        <a:latin typeface="Times New Roman"/>
        <a:ea typeface="经典细隶书简"/>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rgbClr val="6600FF"/>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solidFill>
            <a:srgbClr val="6600FF"/>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麒麟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麒麟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麒麟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麒麟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麒麟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麒麟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麒麟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C:\Documents and Settings\Administrator\Application Data\Microsoft\Templates\麒麟.pot</Template>
  <TotalTime>0</TotalTime>
  <Words>14979</Words>
  <Application>WPS Presentation</Application>
  <PresentationFormat>全屏显示(4:3)</PresentationFormat>
  <Paragraphs>1911</Paragraphs>
  <Slides>93</Slides>
  <Notes>0</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93</vt:i4>
      </vt:variant>
    </vt:vector>
  </HeadingPairs>
  <TitlesOfParts>
    <vt:vector size="112" baseType="lpstr">
      <vt:lpstr>Arial</vt:lpstr>
      <vt:lpstr>SimSun</vt:lpstr>
      <vt:lpstr>Wingdings</vt:lpstr>
      <vt:lpstr>Times New Roman</vt:lpstr>
      <vt:lpstr>宋体</vt:lpstr>
      <vt:lpstr>经典细隶书简</vt:lpstr>
      <vt:lpstr>隶书</vt:lpstr>
      <vt:lpstr>楷体_GB2312</vt:lpstr>
      <vt:lpstr>新宋体</vt:lpstr>
      <vt:lpstr>仿宋_GB2312</vt:lpstr>
      <vt:lpstr>仿宋</vt:lpstr>
      <vt:lpstr>Calibri</vt:lpstr>
      <vt:lpstr>黑体</vt:lpstr>
      <vt:lpstr>Courier New</vt:lpstr>
      <vt:lpstr>Arial Black</vt:lpstr>
      <vt:lpstr>微软雅黑</vt:lpstr>
      <vt:lpstr>Arial Unicode MS</vt:lpstr>
      <vt:lpstr>Bookman Old Style</vt:lpstr>
      <vt:lpstr>麒麟</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华中科技大学</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杨茂林</dc:creator>
  <cp:lastModifiedBy>nakanosan</cp:lastModifiedBy>
  <cp:revision>543</cp:revision>
  <dcterms:created xsi:type="dcterms:W3CDTF">2026-06-17T19:29:35Z</dcterms:created>
  <dcterms:modified xsi:type="dcterms:W3CDTF">2026-06-17T19:29:35Z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3F0AEC06820FF2EE9FF5326AAF49CF01_43</vt:lpwstr>
  </property>
  <property fmtid="{D5CDD505-2E9C-101B-9397-08002B2CF9AE}" pid="3" name="KSOProductBuildVer">
    <vt:lpwstr>1033-12.1.2.26885</vt:lpwstr>
  </property>
</Properties>
</file>